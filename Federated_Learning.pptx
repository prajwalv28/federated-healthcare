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7"/>
  </p:notesMasterIdLst>
  <p:sldIdLst>
    <p:sldId id="256" r:id="rId2"/>
    <p:sldId id="257" r:id="rId3"/>
    <p:sldId id="258" r:id="rId4"/>
    <p:sldId id="259" r:id="rId5"/>
    <p:sldId id="260" r:id="rId6"/>
    <p:sldId id="261" r:id="rId7"/>
    <p:sldId id="262" r:id="rId8"/>
    <p:sldId id="263" r:id="rId9"/>
    <p:sldId id="297" r:id="rId10"/>
    <p:sldId id="298"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9" r:id="rId45"/>
    <p:sldId id="300" r:id="rId4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A373ED-1DCA-084B-3186-6B20233C946A}" v="1" dt="2025-08-25T14:14:35.1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42"/>
    <p:restoredTop sz="94650"/>
  </p:normalViewPr>
  <p:slideViewPr>
    <p:cSldViewPr snapToGrid="0" snapToObjects="1">
      <p:cViewPr varScale="1">
        <p:scale>
          <a:sx n="157" d="100"/>
          <a:sy n="157" d="100"/>
        </p:scale>
        <p:origin x="1632"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gineni, Bindu Srivalli" userId="S::bxn5940@mavs.uta.edu::d62d4e98-5d63-411a-ae2d-3531a4c5e28e" providerId="AD" clId="Web-{22A373ED-1DCA-084B-3186-6B20233C946A}"/>
    <pc:docChg chg="modSld addMainMaster delMainMaster">
      <pc:chgData name="Nagineni, Bindu Srivalli" userId="S::bxn5940@mavs.uta.edu::d62d4e98-5d63-411a-ae2d-3531a4c5e28e" providerId="AD" clId="Web-{22A373ED-1DCA-084B-3186-6B20233C946A}" dt="2025-08-25T14:14:35.125" v="0"/>
      <pc:docMkLst>
        <pc:docMk/>
      </pc:docMkLst>
      <pc:sldChg chg="modSp mod modClrScheme chgLayout">
        <pc:chgData name="Nagineni, Bindu Srivalli" userId="S::bxn5940@mavs.uta.edu::d62d4e98-5d63-411a-ae2d-3531a4c5e28e" providerId="AD" clId="Web-{22A373ED-1DCA-084B-3186-6B20233C946A}" dt="2025-08-25T14:14:35.125" v="0"/>
        <pc:sldMkLst>
          <pc:docMk/>
          <pc:sldMk cId="0" sldId="256"/>
        </pc:sldMkLst>
        <pc:spChg chg="mod ord">
          <ac:chgData name="Nagineni, Bindu Srivalli" userId="S::bxn5940@mavs.uta.edu::d62d4e98-5d63-411a-ae2d-3531a4c5e28e" providerId="AD" clId="Web-{22A373ED-1DCA-084B-3186-6B20233C946A}" dt="2025-08-25T14:14:35.125" v="0"/>
          <ac:spMkLst>
            <pc:docMk/>
            <pc:sldMk cId="0" sldId="256"/>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56"/>
            <ac:spMk id="6" creationId="{5BB0F9A1-61C4-1FAB-62F5-41A96D72B579}"/>
          </ac:spMkLst>
        </pc:spChg>
      </pc:sldChg>
      <pc:sldChg chg="modSp mod modClrScheme chgLayout">
        <pc:chgData name="Nagineni, Bindu Srivalli" userId="S::bxn5940@mavs.uta.edu::d62d4e98-5d63-411a-ae2d-3531a4c5e28e" providerId="AD" clId="Web-{22A373ED-1DCA-084B-3186-6B20233C946A}" dt="2025-08-25T14:14:35.125" v="0"/>
        <pc:sldMkLst>
          <pc:docMk/>
          <pc:sldMk cId="0" sldId="257"/>
        </pc:sldMkLst>
        <pc:spChg chg="mod ord">
          <ac:chgData name="Nagineni, Bindu Srivalli" userId="S::bxn5940@mavs.uta.edu::d62d4e98-5d63-411a-ae2d-3531a4c5e28e" providerId="AD" clId="Web-{22A373ED-1DCA-084B-3186-6B20233C946A}" dt="2025-08-25T14:14:35.125" v="0"/>
          <ac:spMkLst>
            <pc:docMk/>
            <pc:sldMk cId="0" sldId="257"/>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57"/>
            <ac:spMk id="3"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57"/>
            <ac:spMk id="5" creationId="{0ACD44A8-D216-9670-E905-19771984BA2B}"/>
          </ac:spMkLst>
        </pc:spChg>
      </pc:sldChg>
      <pc:sldChg chg="modSp mod modClrScheme chgLayout">
        <pc:chgData name="Nagineni, Bindu Srivalli" userId="S::bxn5940@mavs.uta.edu::d62d4e98-5d63-411a-ae2d-3531a4c5e28e" providerId="AD" clId="Web-{22A373ED-1DCA-084B-3186-6B20233C946A}" dt="2025-08-25T14:14:35.125" v="0"/>
        <pc:sldMkLst>
          <pc:docMk/>
          <pc:sldMk cId="0" sldId="258"/>
        </pc:sldMkLst>
        <pc:spChg chg="mod ord">
          <ac:chgData name="Nagineni, Bindu Srivalli" userId="S::bxn5940@mavs.uta.edu::d62d4e98-5d63-411a-ae2d-3531a4c5e28e" providerId="AD" clId="Web-{22A373ED-1DCA-084B-3186-6B20233C946A}" dt="2025-08-25T14:14:35.125" v="0"/>
          <ac:spMkLst>
            <pc:docMk/>
            <pc:sldMk cId="0" sldId="258"/>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58"/>
            <ac:spMk id="3"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58"/>
            <ac:spMk id="5" creationId="{EAE4F22B-170B-8D3F-FA04-B1987712C94E}"/>
          </ac:spMkLst>
        </pc:spChg>
      </pc:sldChg>
      <pc:sldChg chg="modSp mod modClrScheme chgLayout">
        <pc:chgData name="Nagineni, Bindu Srivalli" userId="S::bxn5940@mavs.uta.edu::d62d4e98-5d63-411a-ae2d-3531a4c5e28e" providerId="AD" clId="Web-{22A373ED-1DCA-084B-3186-6B20233C946A}" dt="2025-08-25T14:14:35.125" v="0"/>
        <pc:sldMkLst>
          <pc:docMk/>
          <pc:sldMk cId="0" sldId="259"/>
        </pc:sldMkLst>
        <pc:spChg chg="mod ord">
          <ac:chgData name="Nagineni, Bindu Srivalli" userId="S::bxn5940@mavs.uta.edu::d62d4e98-5d63-411a-ae2d-3531a4c5e28e" providerId="AD" clId="Web-{22A373ED-1DCA-084B-3186-6B20233C946A}" dt="2025-08-25T14:14:35.125" v="0"/>
          <ac:spMkLst>
            <pc:docMk/>
            <pc:sldMk cId="0" sldId="259"/>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59"/>
            <ac:spMk id="3"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59"/>
            <ac:spMk id="5" creationId="{4C3B99E4-9AE2-5B23-1547-4AB9508C8F26}"/>
          </ac:spMkLst>
        </pc:spChg>
      </pc:sldChg>
      <pc:sldChg chg="modSp mod modClrScheme chgLayout">
        <pc:chgData name="Nagineni, Bindu Srivalli" userId="S::bxn5940@mavs.uta.edu::d62d4e98-5d63-411a-ae2d-3531a4c5e28e" providerId="AD" clId="Web-{22A373ED-1DCA-084B-3186-6B20233C946A}" dt="2025-08-25T14:14:35.125" v="0"/>
        <pc:sldMkLst>
          <pc:docMk/>
          <pc:sldMk cId="0" sldId="260"/>
        </pc:sldMkLst>
        <pc:spChg chg="mod ord">
          <ac:chgData name="Nagineni, Bindu Srivalli" userId="S::bxn5940@mavs.uta.edu::d62d4e98-5d63-411a-ae2d-3531a4c5e28e" providerId="AD" clId="Web-{22A373ED-1DCA-084B-3186-6B20233C946A}" dt="2025-08-25T14:14:35.125" v="0"/>
          <ac:spMkLst>
            <pc:docMk/>
            <pc:sldMk cId="0" sldId="260"/>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60"/>
            <ac:spMk id="3"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60"/>
            <ac:spMk id="5" creationId="{2C213471-7A89-D042-E735-AA1D7412DF47}"/>
          </ac:spMkLst>
        </pc:spChg>
      </pc:sldChg>
      <pc:sldChg chg="modSp mod modClrScheme chgLayout">
        <pc:chgData name="Nagineni, Bindu Srivalli" userId="S::bxn5940@mavs.uta.edu::d62d4e98-5d63-411a-ae2d-3531a4c5e28e" providerId="AD" clId="Web-{22A373ED-1DCA-084B-3186-6B20233C946A}" dt="2025-08-25T14:14:35.125" v="0"/>
        <pc:sldMkLst>
          <pc:docMk/>
          <pc:sldMk cId="0" sldId="261"/>
        </pc:sldMkLst>
        <pc:spChg chg="mod ord">
          <ac:chgData name="Nagineni, Bindu Srivalli" userId="S::bxn5940@mavs.uta.edu::d62d4e98-5d63-411a-ae2d-3531a4c5e28e" providerId="AD" clId="Web-{22A373ED-1DCA-084B-3186-6B20233C946A}" dt="2025-08-25T14:14:35.125" v="0"/>
          <ac:spMkLst>
            <pc:docMk/>
            <pc:sldMk cId="0" sldId="261"/>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61"/>
            <ac:spMk id="3"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61"/>
            <ac:spMk id="5" creationId="{33AE4E94-9754-DBAF-1E6A-299844A3582D}"/>
          </ac:spMkLst>
        </pc:spChg>
      </pc:sldChg>
      <pc:sldChg chg="modSp mod modClrScheme chgLayout">
        <pc:chgData name="Nagineni, Bindu Srivalli" userId="S::bxn5940@mavs.uta.edu::d62d4e98-5d63-411a-ae2d-3531a4c5e28e" providerId="AD" clId="Web-{22A373ED-1DCA-084B-3186-6B20233C946A}" dt="2025-08-25T14:14:35.125" v="0"/>
        <pc:sldMkLst>
          <pc:docMk/>
          <pc:sldMk cId="0" sldId="262"/>
        </pc:sldMkLst>
        <pc:spChg chg="mod ord">
          <ac:chgData name="Nagineni, Bindu Srivalli" userId="S::bxn5940@mavs.uta.edu::d62d4e98-5d63-411a-ae2d-3531a4c5e28e" providerId="AD" clId="Web-{22A373ED-1DCA-084B-3186-6B20233C946A}" dt="2025-08-25T14:14:35.125" v="0"/>
          <ac:spMkLst>
            <pc:docMk/>
            <pc:sldMk cId="0" sldId="262"/>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62"/>
            <ac:spMk id="3"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62"/>
            <ac:spMk id="5" creationId="{3C90D103-5B46-4B03-E875-FFF6265B83CC}"/>
          </ac:spMkLst>
        </pc:spChg>
      </pc:sldChg>
      <pc:sldChg chg="modSp mod modClrScheme chgLayout">
        <pc:chgData name="Nagineni, Bindu Srivalli" userId="S::bxn5940@mavs.uta.edu::d62d4e98-5d63-411a-ae2d-3531a4c5e28e" providerId="AD" clId="Web-{22A373ED-1DCA-084B-3186-6B20233C946A}" dt="2025-08-25T14:14:35.125" v="0"/>
        <pc:sldMkLst>
          <pc:docMk/>
          <pc:sldMk cId="0" sldId="263"/>
        </pc:sldMkLst>
        <pc:spChg chg="mod ord">
          <ac:chgData name="Nagineni, Bindu Srivalli" userId="S::bxn5940@mavs.uta.edu::d62d4e98-5d63-411a-ae2d-3531a4c5e28e" providerId="AD" clId="Web-{22A373ED-1DCA-084B-3186-6B20233C946A}" dt="2025-08-25T14:14:35.125" v="0"/>
          <ac:spMkLst>
            <pc:docMk/>
            <pc:sldMk cId="0" sldId="263"/>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63"/>
            <ac:spMk id="3"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63"/>
            <ac:spMk id="5" creationId="{42858E38-0B44-2EB1-C55C-F56A27F6FCDB}"/>
          </ac:spMkLst>
        </pc:spChg>
      </pc:sldChg>
      <pc:sldChg chg="modSp mod modClrScheme chgLayout">
        <pc:chgData name="Nagineni, Bindu Srivalli" userId="S::bxn5940@mavs.uta.edu::d62d4e98-5d63-411a-ae2d-3531a4c5e28e" providerId="AD" clId="Web-{22A373ED-1DCA-084B-3186-6B20233C946A}" dt="2025-08-25T14:14:35.125" v="0"/>
        <pc:sldMkLst>
          <pc:docMk/>
          <pc:sldMk cId="0" sldId="264"/>
        </pc:sldMkLst>
        <pc:spChg chg="mod ord">
          <ac:chgData name="Nagineni, Bindu Srivalli" userId="S::bxn5940@mavs.uta.edu::d62d4e98-5d63-411a-ae2d-3531a4c5e28e" providerId="AD" clId="Web-{22A373ED-1DCA-084B-3186-6B20233C946A}" dt="2025-08-25T14:14:35.125" v="0"/>
          <ac:spMkLst>
            <pc:docMk/>
            <pc:sldMk cId="0" sldId="264"/>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64"/>
            <ac:spMk id="3"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64"/>
            <ac:spMk id="5" creationId="{1B4E9BCD-4D6D-5166-F9DD-4ADAF6789840}"/>
          </ac:spMkLst>
        </pc:spChg>
      </pc:sldChg>
      <pc:sldChg chg="modSp mod modClrScheme chgLayout">
        <pc:chgData name="Nagineni, Bindu Srivalli" userId="S::bxn5940@mavs.uta.edu::d62d4e98-5d63-411a-ae2d-3531a4c5e28e" providerId="AD" clId="Web-{22A373ED-1DCA-084B-3186-6B20233C946A}" dt="2025-08-25T14:14:35.125" v="0"/>
        <pc:sldMkLst>
          <pc:docMk/>
          <pc:sldMk cId="0" sldId="265"/>
        </pc:sldMkLst>
        <pc:spChg chg="mod ord">
          <ac:chgData name="Nagineni, Bindu Srivalli" userId="S::bxn5940@mavs.uta.edu::d62d4e98-5d63-411a-ae2d-3531a4c5e28e" providerId="AD" clId="Web-{22A373ED-1DCA-084B-3186-6B20233C946A}" dt="2025-08-25T14:14:35.125" v="0"/>
          <ac:spMkLst>
            <pc:docMk/>
            <pc:sldMk cId="0" sldId="265"/>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65"/>
            <ac:spMk id="3"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65"/>
            <ac:spMk id="5" creationId="{672FC90C-FDB7-0F44-17D5-48C97B59EB15}"/>
          </ac:spMkLst>
        </pc:spChg>
      </pc:sldChg>
      <pc:sldChg chg="modSp mod modClrScheme chgLayout">
        <pc:chgData name="Nagineni, Bindu Srivalli" userId="S::bxn5940@mavs.uta.edu::d62d4e98-5d63-411a-ae2d-3531a4c5e28e" providerId="AD" clId="Web-{22A373ED-1DCA-084B-3186-6B20233C946A}" dt="2025-08-25T14:14:35.125" v="0"/>
        <pc:sldMkLst>
          <pc:docMk/>
          <pc:sldMk cId="0" sldId="266"/>
        </pc:sldMkLst>
        <pc:spChg chg="mod ord">
          <ac:chgData name="Nagineni, Bindu Srivalli" userId="S::bxn5940@mavs.uta.edu::d62d4e98-5d63-411a-ae2d-3531a4c5e28e" providerId="AD" clId="Web-{22A373ED-1DCA-084B-3186-6B20233C946A}" dt="2025-08-25T14:14:35.125" v="0"/>
          <ac:spMkLst>
            <pc:docMk/>
            <pc:sldMk cId="0" sldId="266"/>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66"/>
            <ac:spMk id="3"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66"/>
            <ac:spMk id="5" creationId="{344B7773-2447-74E1-9DF3-28E5AC043024}"/>
          </ac:spMkLst>
        </pc:spChg>
      </pc:sldChg>
      <pc:sldChg chg="modSp mod modClrScheme chgLayout">
        <pc:chgData name="Nagineni, Bindu Srivalli" userId="S::bxn5940@mavs.uta.edu::d62d4e98-5d63-411a-ae2d-3531a4c5e28e" providerId="AD" clId="Web-{22A373ED-1DCA-084B-3186-6B20233C946A}" dt="2025-08-25T14:14:35.125" v="0"/>
        <pc:sldMkLst>
          <pc:docMk/>
          <pc:sldMk cId="0" sldId="267"/>
        </pc:sldMkLst>
        <pc:spChg chg="mod ord">
          <ac:chgData name="Nagineni, Bindu Srivalli" userId="S::bxn5940@mavs.uta.edu::d62d4e98-5d63-411a-ae2d-3531a4c5e28e" providerId="AD" clId="Web-{22A373ED-1DCA-084B-3186-6B20233C946A}" dt="2025-08-25T14:14:35.125" v="0"/>
          <ac:spMkLst>
            <pc:docMk/>
            <pc:sldMk cId="0" sldId="267"/>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67"/>
            <ac:spMk id="3"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67"/>
            <ac:spMk id="5" creationId="{4FD5BDF1-CF8F-A902-23D1-36EF53A183F8}"/>
          </ac:spMkLst>
        </pc:spChg>
      </pc:sldChg>
      <pc:sldChg chg="modSp mod modClrScheme chgLayout">
        <pc:chgData name="Nagineni, Bindu Srivalli" userId="S::bxn5940@mavs.uta.edu::d62d4e98-5d63-411a-ae2d-3531a4c5e28e" providerId="AD" clId="Web-{22A373ED-1DCA-084B-3186-6B20233C946A}" dt="2025-08-25T14:14:35.125" v="0"/>
        <pc:sldMkLst>
          <pc:docMk/>
          <pc:sldMk cId="0" sldId="268"/>
        </pc:sldMkLst>
        <pc:spChg chg="mod ord">
          <ac:chgData name="Nagineni, Bindu Srivalli" userId="S::bxn5940@mavs.uta.edu::d62d4e98-5d63-411a-ae2d-3531a4c5e28e" providerId="AD" clId="Web-{22A373ED-1DCA-084B-3186-6B20233C946A}" dt="2025-08-25T14:14:35.125" v="0"/>
          <ac:spMkLst>
            <pc:docMk/>
            <pc:sldMk cId="0" sldId="268"/>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68"/>
            <ac:spMk id="3"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68"/>
            <ac:spMk id="5" creationId="{EDFA9A17-A6A3-AD84-A732-3F0A17F8F0D0}"/>
          </ac:spMkLst>
        </pc:spChg>
      </pc:sldChg>
      <pc:sldChg chg="modSp mod modClrScheme chgLayout">
        <pc:chgData name="Nagineni, Bindu Srivalli" userId="S::bxn5940@mavs.uta.edu::d62d4e98-5d63-411a-ae2d-3531a4c5e28e" providerId="AD" clId="Web-{22A373ED-1DCA-084B-3186-6B20233C946A}" dt="2025-08-25T14:14:35.125" v="0"/>
        <pc:sldMkLst>
          <pc:docMk/>
          <pc:sldMk cId="0" sldId="269"/>
        </pc:sldMkLst>
        <pc:spChg chg="mod ord">
          <ac:chgData name="Nagineni, Bindu Srivalli" userId="S::bxn5940@mavs.uta.edu::d62d4e98-5d63-411a-ae2d-3531a4c5e28e" providerId="AD" clId="Web-{22A373ED-1DCA-084B-3186-6B20233C946A}" dt="2025-08-25T14:14:35.125" v="0"/>
          <ac:spMkLst>
            <pc:docMk/>
            <pc:sldMk cId="0" sldId="269"/>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69"/>
            <ac:spMk id="3"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69"/>
            <ac:spMk id="5" creationId="{5136D2C0-D252-5ACC-BCF4-5086B9099D6F}"/>
          </ac:spMkLst>
        </pc:spChg>
      </pc:sldChg>
      <pc:sldChg chg="modSp mod modClrScheme chgLayout">
        <pc:chgData name="Nagineni, Bindu Srivalli" userId="S::bxn5940@mavs.uta.edu::d62d4e98-5d63-411a-ae2d-3531a4c5e28e" providerId="AD" clId="Web-{22A373ED-1DCA-084B-3186-6B20233C946A}" dt="2025-08-25T14:14:35.125" v="0"/>
        <pc:sldMkLst>
          <pc:docMk/>
          <pc:sldMk cId="0" sldId="270"/>
        </pc:sldMkLst>
        <pc:spChg chg="mod ord">
          <ac:chgData name="Nagineni, Bindu Srivalli" userId="S::bxn5940@mavs.uta.edu::d62d4e98-5d63-411a-ae2d-3531a4c5e28e" providerId="AD" clId="Web-{22A373ED-1DCA-084B-3186-6B20233C946A}" dt="2025-08-25T14:14:35.125" v="0"/>
          <ac:spMkLst>
            <pc:docMk/>
            <pc:sldMk cId="0" sldId="270"/>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70"/>
            <ac:spMk id="3"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70"/>
            <ac:spMk id="5" creationId="{3600EDE5-DE0A-3FF9-C98C-B9BA60C834EB}"/>
          </ac:spMkLst>
        </pc:spChg>
      </pc:sldChg>
      <pc:sldChg chg="modSp mod modClrScheme chgLayout">
        <pc:chgData name="Nagineni, Bindu Srivalli" userId="S::bxn5940@mavs.uta.edu::d62d4e98-5d63-411a-ae2d-3531a4c5e28e" providerId="AD" clId="Web-{22A373ED-1DCA-084B-3186-6B20233C946A}" dt="2025-08-25T14:14:35.125" v="0"/>
        <pc:sldMkLst>
          <pc:docMk/>
          <pc:sldMk cId="0" sldId="271"/>
        </pc:sldMkLst>
        <pc:spChg chg="mod ord">
          <ac:chgData name="Nagineni, Bindu Srivalli" userId="S::bxn5940@mavs.uta.edu::d62d4e98-5d63-411a-ae2d-3531a4c5e28e" providerId="AD" clId="Web-{22A373ED-1DCA-084B-3186-6B20233C946A}" dt="2025-08-25T14:14:35.125" v="0"/>
          <ac:spMkLst>
            <pc:docMk/>
            <pc:sldMk cId="0" sldId="271"/>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71"/>
            <ac:spMk id="3"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71"/>
            <ac:spMk id="5" creationId="{9AB7D8CE-716A-1E32-24D8-DDCB87CD6CA9}"/>
          </ac:spMkLst>
        </pc:spChg>
      </pc:sldChg>
      <pc:sldChg chg="modSp mod modClrScheme chgLayout">
        <pc:chgData name="Nagineni, Bindu Srivalli" userId="S::bxn5940@mavs.uta.edu::d62d4e98-5d63-411a-ae2d-3531a4c5e28e" providerId="AD" clId="Web-{22A373ED-1DCA-084B-3186-6B20233C946A}" dt="2025-08-25T14:14:35.125" v="0"/>
        <pc:sldMkLst>
          <pc:docMk/>
          <pc:sldMk cId="0" sldId="272"/>
        </pc:sldMkLst>
        <pc:spChg chg="mod ord">
          <ac:chgData name="Nagineni, Bindu Srivalli" userId="S::bxn5940@mavs.uta.edu::d62d4e98-5d63-411a-ae2d-3531a4c5e28e" providerId="AD" clId="Web-{22A373ED-1DCA-084B-3186-6B20233C946A}" dt="2025-08-25T14:14:35.125" v="0"/>
          <ac:spMkLst>
            <pc:docMk/>
            <pc:sldMk cId="0" sldId="272"/>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72"/>
            <ac:spMk id="3"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72"/>
            <ac:spMk id="5" creationId="{3F831D51-4F25-0DA3-08EF-2A1C9C41000F}"/>
          </ac:spMkLst>
        </pc:spChg>
      </pc:sldChg>
      <pc:sldChg chg="modSp mod modClrScheme chgLayout">
        <pc:chgData name="Nagineni, Bindu Srivalli" userId="S::bxn5940@mavs.uta.edu::d62d4e98-5d63-411a-ae2d-3531a4c5e28e" providerId="AD" clId="Web-{22A373ED-1DCA-084B-3186-6B20233C946A}" dt="2025-08-25T14:14:35.125" v="0"/>
        <pc:sldMkLst>
          <pc:docMk/>
          <pc:sldMk cId="0" sldId="273"/>
        </pc:sldMkLst>
        <pc:spChg chg="mod ord">
          <ac:chgData name="Nagineni, Bindu Srivalli" userId="S::bxn5940@mavs.uta.edu::d62d4e98-5d63-411a-ae2d-3531a4c5e28e" providerId="AD" clId="Web-{22A373ED-1DCA-084B-3186-6B20233C946A}" dt="2025-08-25T14:14:35.125" v="0"/>
          <ac:spMkLst>
            <pc:docMk/>
            <pc:sldMk cId="0" sldId="273"/>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73"/>
            <ac:spMk id="3"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73"/>
            <ac:spMk id="5" creationId="{9215911C-306C-3800-003F-CADCFA3435A8}"/>
          </ac:spMkLst>
        </pc:spChg>
      </pc:sldChg>
      <pc:sldChg chg="modSp mod modClrScheme chgLayout">
        <pc:chgData name="Nagineni, Bindu Srivalli" userId="S::bxn5940@mavs.uta.edu::d62d4e98-5d63-411a-ae2d-3531a4c5e28e" providerId="AD" clId="Web-{22A373ED-1DCA-084B-3186-6B20233C946A}" dt="2025-08-25T14:14:35.125" v="0"/>
        <pc:sldMkLst>
          <pc:docMk/>
          <pc:sldMk cId="0" sldId="274"/>
        </pc:sldMkLst>
        <pc:spChg chg="mod ord">
          <ac:chgData name="Nagineni, Bindu Srivalli" userId="S::bxn5940@mavs.uta.edu::d62d4e98-5d63-411a-ae2d-3531a4c5e28e" providerId="AD" clId="Web-{22A373ED-1DCA-084B-3186-6B20233C946A}" dt="2025-08-25T14:14:35.125" v="0"/>
          <ac:spMkLst>
            <pc:docMk/>
            <pc:sldMk cId="0" sldId="274"/>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74"/>
            <ac:spMk id="3"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74"/>
            <ac:spMk id="5" creationId="{977AC8DD-22E7-7FB0-810E-8D12F105F172}"/>
          </ac:spMkLst>
        </pc:spChg>
      </pc:sldChg>
      <pc:sldChg chg="modSp mod modClrScheme chgLayout">
        <pc:chgData name="Nagineni, Bindu Srivalli" userId="S::bxn5940@mavs.uta.edu::d62d4e98-5d63-411a-ae2d-3531a4c5e28e" providerId="AD" clId="Web-{22A373ED-1DCA-084B-3186-6B20233C946A}" dt="2025-08-25T14:14:35.125" v="0"/>
        <pc:sldMkLst>
          <pc:docMk/>
          <pc:sldMk cId="0" sldId="275"/>
        </pc:sldMkLst>
        <pc:spChg chg="mod ord">
          <ac:chgData name="Nagineni, Bindu Srivalli" userId="S::bxn5940@mavs.uta.edu::d62d4e98-5d63-411a-ae2d-3531a4c5e28e" providerId="AD" clId="Web-{22A373ED-1DCA-084B-3186-6B20233C946A}" dt="2025-08-25T14:14:35.125" v="0"/>
          <ac:spMkLst>
            <pc:docMk/>
            <pc:sldMk cId="0" sldId="275"/>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75"/>
            <ac:spMk id="3"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75"/>
            <ac:spMk id="5" creationId="{9F76C7D4-E0C5-8BA6-37D1-3D80F786C8CD}"/>
          </ac:spMkLst>
        </pc:spChg>
      </pc:sldChg>
      <pc:sldChg chg="modSp mod modClrScheme chgLayout">
        <pc:chgData name="Nagineni, Bindu Srivalli" userId="S::bxn5940@mavs.uta.edu::d62d4e98-5d63-411a-ae2d-3531a4c5e28e" providerId="AD" clId="Web-{22A373ED-1DCA-084B-3186-6B20233C946A}" dt="2025-08-25T14:14:35.125" v="0"/>
        <pc:sldMkLst>
          <pc:docMk/>
          <pc:sldMk cId="0" sldId="276"/>
        </pc:sldMkLst>
        <pc:spChg chg="mod ord">
          <ac:chgData name="Nagineni, Bindu Srivalli" userId="S::bxn5940@mavs.uta.edu::d62d4e98-5d63-411a-ae2d-3531a4c5e28e" providerId="AD" clId="Web-{22A373ED-1DCA-084B-3186-6B20233C946A}" dt="2025-08-25T14:14:35.125" v="0"/>
          <ac:spMkLst>
            <pc:docMk/>
            <pc:sldMk cId="0" sldId="276"/>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76"/>
            <ac:spMk id="3"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76"/>
            <ac:spMk id="5" creationId="{ED3C1954-E0BB-FE3B-D14D-DFE970532864}"/>
          </ac:spMkLst>
        </pc:spChg>
      </pc:sldChg>
      <pc:sldChg chg="modSp mod modClrScheme chgLayout">
        <pc:chgData name="Nagineni, Bindu Srivalli" userId="S::bxn5940@mavs.uta.edu::d62d4e98-5d63-411a-ae2d-3531a4c5e28e" providerId="AD" clId="Web-{22A373ED-1DCA-084B-3186-6B20233C946A}" dt="2025-08-25T14:14:35.125" v="0"/>
        <pc:sldMkLst>
          <pc:docMk/>
          <pc:sldMk cId="0" sldId="277"/>
        </pc:sldMkLst>
        <pc:spChg chg="mod ord">
          <ac:chgData name="Nagineni, Bindu Srivalli" userId="S::bxn5940@mavs.uta.edu::d62d4e98-5d63-411a-ae2d-3531a4c5e28e" providerId="AD" clId="Web-{22A373ED-1DCA-084B-3186-6B20233C946A}" dt="2025-08-25T14:14:35.125" v="0"/>
          <ac:spMkLst>
            <pc:docMk/>
            <pc:sldMk cId="0" sldId="277"/>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77"/>
            <ac:spMk id="3"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77"/>
            <ac:spMk id="5" creationId="{A6ED3C99-D60F-1594-85BB-81D54421517A}"/>
          </ac:spMkLst>
        </pc:spChg>
      </pc:sldChg>
      <pc:sldChg chg="modSp mod modClrScheme chgLayout">
        <pc:chgData name="Nagineni, Bindu Srivalli" userId="S::bxn5940@mavs.uta.edu::d62d4e98-5d63-411a-ae2d-3531a4c5e28e" providerId="AD" clId="Web-{22A373ED-1DCA-084B-3186-6B20233C946A}" dt="2025-08-25T14:14:35.125" v="0"/>
        <pc:sldMkLst>
          <pc:docMk/>
          <pc:sldMk cId="0" sldId="278"/>
        </pc:sldMkLst>
        <pc:spChg chg="mod ord">
          <ac:chgData name="Nagineni, Bindu Srivalli" userId="S::bxn5940@mavs.uta.edu::d62d4e98-5d63-411a-ae2d-3531a4c5e28e" providerId="AD" clId="Web-{22A373ED-1DCA-084B-3186-6B20233C946A}" dt="2025-08-25T14:14:35.125" v="0"/>
          <ac:spMkLst>
            <pc:docMk/>
            <pc:sldMk cId="0" sldId="278"/>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78"/>
            <ac:spMk id="3"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78"/>
            <ac:spMk id="5" creationId="{7AFE7180-768C-BB82-81C8-C0BD996BF8F0}"/>
          </ac:spMkLst>
        </pc:spChg>
      </pc:sldChg>
      <pc:sldChg chg="modSp mod modClrScheme chgLayout">
        <pc:chgData name="Nagineni, Bindu Srivalli" userId="S::bxn5940@mavs.uta.edu::d62d4e98-5d63-411a-ae2d-3531a4c5e28e" providerId="AD" clId="Web-{22A373ED-1DCA-084B-3186-6B20233C946A}" dt="2025-08-25T14:14:35.125" v="0"/>
        <pc:sldMkLst>
          <pc:docMk/>
          <pc:sldMk cId="0" sldId="279"/>
        </pc:sldMkLst>
        <pc:spChg chg="mod ord">
          <ac:chgData name="Nagineni, Bindu Srivalli" userId="S::bxn5940@mavs.uta.edu::d62d4e98-5d63-411a-ae2d-3531a4c5e28e" providerId="AD" clId="Web-{22A373ED-1DCA-084B-3186-6B20233C946A}" dt="2025-08-25T14:14:35.125" v="0"/>
          <ac:spMkLst>
            <pc:docMk/>
            <pc:sldMk cId="0" sldId="279"/>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79"/>
            <ac:spMk id="3"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79"/>
            <ac:spMk id="5" creationId="{9C217F61-B7A4-272E-C851-7FAF51B6C8AD}"/>
          </ac:spMkLst>
        </pc:spChg>
      </pc:sldChg>
      <pc:sldChg chg="modSp mod modClrScheme chgLayout">
        <pc:chgData name="Nagineni, Bindu Srivalli" userId="S::bxn5940@mavs.uta.edu::d62d4e98-5d63-411a-ae2d-3531a4c5e28e" providerId="AD" clId="Web-{22A373ED-1DCA-084B-3186-6B20233C946A}" dt="2025-08-25T14:14:35.125" v="0"/>
        <pc:sldMkLst>
          <pc:docMk/>
          <pc:sldMk cId="0" sldId="280"/>
        </pc:sldMkLst>
        <pc:spChg chg="mod ord">
          <ac:chgData name="Nagineni, Bindu Srivalli" userId="S::bxn5940@mavs.uta.edu::d62d4e98-5d63-411a-ae2d-3531a4c5e28e" providerId="AD" clId="Web-{22A373ED-1DCA-084B-3186-6B20233C946A}" dt="2025-08-25T14:14:35.125" v="0"/>
          <ac:spMkLst>
            <pc:docMk/>
            <pc:sldMk cId="0" sldId="280"/>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80"/>
            <ac:spMk id="3"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80"/>
            <ac:spMk id="5" creationId="{41A681F8-0E2E-110F-138C-86CF30A888BD}"/>
          </ac:spMkLst>
        </pc:spChg>
      </pc:sldChg>
      <pc:sldChg chg="modSp mod modClrScheme chgLayout">
        <pc:chgData name="Nagineni, Bindu Srivalli" userId="S::bxn5940@mavs.uta.edu::d62d4e98-5d63-411a-ae2d-3531a4c5e28e" providerId="AD" clId="Web-{22A373ED-1DCA-084B-3186-6B20233C946A}" dt="2025-08-25T14:14:35.125" v="0"/>
        <pc:sldMkLst>
          <pc:docMk/>
          <pc:sldMk cId="0" sldId="281"/>
        </pc:sldMkLst>
        <pc:spChg chg="mod ord">
          <ac:chgData name="Nagineni, Bindu Srivalli" userId="S::bxn5940@mavs.uta.edu::d62d4e98-5d63-411a-ae2d-3531a4c5e28e" providerId="AD" clId="Web-{22A373ED-1DCA-084B-3186-6B20233C946A}" dt="2025-08-25T14:14:35.125" v="0"/>
          <ac:spMkLst>
            <pc:docMk/>
            <pc:sldMk cId="0" sldId="281"/>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81"/>
            <ac:spMk id="3"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81"/>
            <ac:spMk id="5" creationId="{9D194D29-560F-22E6-25FE-22758E9EB533}"/>
          </ac:spMkLst>
        </pc:spChg>
      </pc:sldChg>
      <pc:sldChg chg="modSp mod modClrScheme chgLayout">
        <pc:chgData name="Nagineni, Bindu Srivalli" userId="S::bxn5940@mavs.uta.edu::d62d4e98-5d63-411a-ae2d-3531a4c5e28e" providerId="AD" clId="Web-{22A373ED-1DCA-084B-3186-6B20233C946A}" dt="2025-08-25T14:14:35.125" v="0"/>
        <pc:sldMkLst>
          <pc:docMk/>
          <pc:sldMk cId="0" sldId="282"/>
        </pc:sldMkLst>
        <pc:spChg chg="mod ord">
          <ac:chgData name="Nagineni, Bindu Srivalli" userId="S::bxn5940@mavs.uta.edu::d62d4e98-5d63-411a-ae2d-3531a4c5e28e" providerId="AD" clId="Web-{22A373ED-1DCA-084B-3186-6B20233C946A}" dt="2025-08-25T14:14:35.125" v="0"/>
          <ac:spMkLst>
            <pc:docMk/>
            <pc:sldMk cId="0" sldId="282"/>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82"/>
            <ac:spMk id="3"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82"/>
            <ac:spMk id="5" creationId="{1EF65534-E15F-831D-C660-861677C14DBC}"/>
          </ac:spMkLst>
        </pc:spChg>
      </pc:sldChg>
      <pc:sldChg chg="modSp mod modClrScheme chgLayout">
        <pc:chgData name="Nagineni, Bindu Srivalli" userId="S::bxn5940@mavs.uta.edu::d62d4e98-5d63-411a-ae2d-3531a4c5e28e" providerId="AD" clId="Web-{22A373ED-1DCA-084B-3186-6B20233C946A}" dt="2025-08-25T14:14:35.125" v="0"/>
        <pc:sldMkLst>
          <pc:docMk/>
          <pc:sldMk cId="0" sldId="283"/>
        </pc:sldMkLst>
        <pc:spChg chg="mod ord">
          <ac:chgData name="Nagineni, Bindu Srivalli" userId="S::bxn5940@mavs.uta.edu::d62d4e98-5d63-411a-ae2d-3531a4c5e28e" providerId="AD" clId="Web-{22A373ED-1DCA-084B-3186-6B20233C946A}" dt="2025-08-25T14:14:35.125" v="0"/>
          <ac:spMkLst>
            <pc:docMk/>
            <pc:sldMk cId="0" sldId="283"/>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83"/>
            <ac:spMk id="3"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83"/>
            <ac:spMk id="5" creationId="{37B8CCE6-BA55-3596-9C28-39E0293C5AA5}"/>
          </ac:spMkLst>
        </pc:spChg>
      </pc:sldChg>
      <pc:sldChg chg="modSp mod modClrScheme chgLayout">
        <pc:chgData name="Nagineni, Bindu Srivalli" userId="S::bxn5940@mavs.uta.edu::d62d4e98-5d63-411a-ae2d-3531a4c5e28e" providerId="AD" clId="Web-{22A373ED-1DCA-084B-3186-6B20233C946A}" dt="2025-08-25T14:14:35.125" v="0"/>
        <pc:sldMkLst>
          <pc:docMk/>
          <pc:sldMk cId="0" sldId="284"/>
        </pc:sldMkLst>
        <pc:spChg chg="mod ord">
          <ac:chgData name="Nagineni, Bindu Srivalli" userId="S::bxn5940@mavs.uta.edu::d62d4e98-5d63-411a-ae2d-3531a4c5e28e" providerId="AD" clId="Web-{22A373ED-1DCA-084B-3186-6B20233C946A}" dt="2025-08-25T14:14:35.125" v="0"/>
          <ac:spMkLst>
            <pc:docMk/>
            <pc:sldMk cId="0" sldId="284"/>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84"/>
            <ac:spMk id="3"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84"/>
            <ac:spMk id="5" creationId="{297993A7-7E72-46A9-A2C8-F34C02143E65}"/>
          </ac:spMkLst>
        </pc:spChg>
      </pc:sldChg>
      <pc:sldChg chg="modSp mod modClrScheme chgLayout">
        <pc:chgData name="Nagineni, Bindu Srivalli" userId="S::bxn5940@mavs.uta.edu::d62d4e98-5d63-411a-ae2d-3531a4c5e28e" providerId="AD" clId="Web-{22A373ED-1DCA-084B-3186-6B20233C946A}" dt="2025-08-25T14:14:35.125" v="0"/>
        <pc:sldMkLst>
          <pc:docMk/>
          <pc:sldMk cId="0" sldId="285"/>
        </pc:sldMkLst>
        <pc:spChg chg="mod ord">
          <ac:chgData name="Nagineni, Bindu Srivalli" userId="S::bxn5940@mavs.uta.edu::d62d4e98-5d63-411a-ae2d-3531a4c5e28e" providerId="AD" clId="Web-{22A373ED-1DCA-084B-3186-6B20233C946A}" dt="2025-08-25T14:14:35.125" v="0"/>
          <ac:spMkLst>
            <pc:docMk/>
            <pc:sldMk cId="0" sldId="285"/>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85"/>
            <ac:spMk id="3"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85"/>
            <ac:spMk id="5" creationId="{3B923434-71E7-3356-F53E-F7CDB8EC65BA}"/>
          </ac:spMkLst>
        </pc:spChg>
      </pc:sldChg>
      <pc:sldChg chg="modSp mod modClrScheme chgLayout">
        <pc:chgData name="Nagineni, Bindu Srivalli" userId="S::bxn5940@mavs.uta.edu::d62d4e98-5d63-411a-ae2d-3531a4c5e28e" providerId="AD" clId="Web-{22A373ED-1DCA-084B-3186-6B20233C946A}" dt="2025-08-25T14:14:35.125" v="0"/>
        <pc:sldMkLst>
          <pc:docMk/>
          <pc:sldMk cId="0" sldId="286"/>
        </pc:sldMkLst>
        <pc:spChg chg="mod ord">
          <ac:chgData name="Nagineni, Bindu Srivalli" userId="S::bxn5940@mavs.uta.edu::d62d4e98-5d63-411a-ae2d-3531a4c5e28e" providerId="AD" clId="Web-{22A373ED-1DCA-084B-3186-6B20233C946A}" dt="2025-08-25T14:14:35.125" v="0"/>
          <ac:spMkLst>
            <pc:docMk/>
            <pc:sldMk cId="0" sldId="286"/>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86"/>
            <ac:spMk id="3"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86"/>
            <ac:spMk id="5" creationId="{ABFECFED-FF74-A568-5604-89135E2E4E95}"/>
          </ac:spMkLst>
        </pc:spChg>
      </pc:sldChg>
      <pc:sldChg chg="modSp mod modClrScheme chgLayout">
        <pc:chgData name="Nagineni, Bindu Srivalli" userId="S::bxn5940@mavs.uta.edu::d62d4e98-5d63-411a-ae2d-3531a4c5e28e" providerId="AD" clId="Web-{22A373ED-1DCA-084B-3186-6B20233C946A}" dt="2025-08-25T14:14:35.125" v="0"/>
        <pc:sldMkLst>
          <pc:docMk/>
          <pc:sldMk cId="0" sldId="287"/>
        </pc:sldMkLst>
        <pc:spChg chg="mod ord">
          <ac:chgData name="Nagineni, Bindu Srivalli" userId="S::bxn5940@mavs.uta.edu::d62d4e98-5d63-411a-ae2d-3531a4c5e28e" providerId="AD" clId="Web-{22A373ED-1DCA-084B-3186-6B20233C946A}" dt="2025-08-25T14:14:35.125" v="0"/>
          <ac:spMkLst>
            <pc:docMk/>
            <pc:sldMk cId="0" sldId="287"/>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87"/>
            <ac:spMk id="3"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87"/>
            <ac:spMk id="5" creationId="{D6E826C6-829B-B5DE-2772-5F124DB35A05}"/>
          </ac:spMkLst>
        </pc:spChg>
      </pc:sldChg>
      <pc:sldChg chg="modSp mod modClrScheme chgLayout">
        <pc:chgData name="Nagineni, Bindu Srivalli" userId="S::bxn5940@mavs.uta.edu::d62d4e98-5d63-411a-ae2d-3531a4c5e28e" providerId="AD" clId="Web-{22A373ED-1DCA-084B-3186-6B20233C946A}" dt="2025-08-25T14:14:35.125" v="0"/>
        <pc:sldMkLst>
          <pc:docMk/>
          <pc:sldMk cId="0" sldId="288"/>
        </pc:sldMkLst>
        <pc:spChg chg="mod ord">
          <ac:chgData name="Nagineni, Bindu Srivalli" userId="S::bxn5940@mavs.uta.edu::d62d4e98-5d63-411a-ae2d-3531a4c5e28e" providerId="AD" clId="Web-{22A373ED-1DCA-084B-3186-6B20233C946A}" dt="2025-08-25T14:14:35.125" v="0"/>
          <ac:spMkLst>
            <pc:docMk/>
            <pc:sldMk cId="0" sldId="288"/>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88"/>
            <ac:spMk id="3"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88"/>
            <ac:spMk id="5" creationId="{52B0797D-4D95-6634-B3E8-C1F566472E9C}"/>
          </ac:spMkLst>
        </pc:spChg>
      </pc:sldChg>
      <pc:sldChg chg="modSp mod modClrScheme chgLayout">
        <pc:chgData name="Nagineni, Bindu Srivalli" userId="S::bxn5940@mavs.uta.edu::d62d4e98-5d63-411a-ae2d-3531a4c5e28e" providerId="AD" clId="Web-{22A373ED-1DCA-084B-3186-6B20233C946A}" dt="2025-08-25T14:14:35.125" v="0"/>
        <pc:sldMkLst>
          <pc:docMk/>
          <pc:sldMk cId="0" sldId="289"/>
        </pc:sldMkLst>
        <pc:spChg chg="mod ord">
          <ac:chgData name="Nagineni, Bindu Srivalli" userId="S::bxn5940@mavs.uta.edu::d62d4e98-5d63-411a-ae2d-3531a4c5e28e" providerId="AD" clId="Web-{22A373ED-1DCA-084B-3186-6B20233C946A}" dt="2025-08-25T14:14:35.125" v="0"/>
          <ac:spMkLst>
            <pc:docMk/>
            <pc:sldMk cId="0" sldId="289"/>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89"/>
            <ac:spMk id="3"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89"/>
            <ac:spMk id="5" creationId="{06D33B1B-1E73-4BEA-FF75-AA395213B07A}"/>
          </ac:spMkLst>
        </pc:spChg>
      </pc:sldChg>
      <pc:sldChg chg="modSp mod modClrScheme chgLayout">
        <pc:chgData name="Nagineni, Bindu Srivalli" userId="S::bxn5940@mavs.uta.edu::d62d4e98-5d63-411a-ae2d-3531a4c5e28e" providerId="AD" clId="Web-{22A373ED-1DCA-084B-3186-6B20233C946A}" dt="2025-08-25T14:14:35.125" v="0"/>
        <pc:sldMkLst>
          <pc:docMk/>
          <pc:sldMk cId="0" sldId="290"/>
        </pc:sldMkLst>
        <pc:spChg chg="mod ord">
          <ac:chgData name="Nagineni, Bindu Srivalli" userId="S::bxn5940@mavs.uta.edu::d62d4e98-5d63-411a-ae2d-3531a4c5e28e" providerId="AD" clId="Web-{22A373ED-1DCA-084B-3186-6B20233C946A}" dt="2025-08-25T14:14:35.125" v="0"/>
          <ac:spMkLst>
            <pc:docMk/>
            <pc:sldMk cId="0" sldId="290"/>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90"/>
            <ac:spMk id="3"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90"/>
            <ac:spMk id="5" creationId="{58EAD465-C18B-E507-4A14-70A1B0BA110B}"/>
          </ac:spMkLst>
        </pc:spChg>
      </pc:sldChg>
      <pc:sldChg chg="modSp mod modClrScheme chgLayout">
        <pc:chgData name="Nagineni, Bindu Srivalli" userId="S::bxn5940@mavs.uta.edu::d62d4e98-5d63-411a-ae2d-3531a4c5e28e" providerId="AD" clId="Web-{22A373ED-1DCA-084B-3186-6B20233C946A}" dt="2025-08-25T14:14:35.125" v="0"/>
        <pc:sldMkLst>
          <pc:docMk/>
          <pc:sldMk cId="0" sldId="291"/>
        </pc:sldMkLst>
        <pc:spChg chg="mod ord">
          <ac:chgData name="Nagineni, Bindu Srivalli" userId="S::bxn5940@mavs.uta.edu::d62d4e98-5d63-411a-ae2d-3531a4c5e28e" providerId="AD" clId="Web-{22A373ED-1DCA-084B-3186-6B20233C946A}" dt="2025-08-25T14:14:35.125" v="0"/>
          <ac:spMkLst>
            <pc:docMk/>
            <pc:sldMk cId="0" sldId="291"/>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91"/>
            <ac:spMk id="3"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91"/>
            <ac:spMk id="5" creationId="{E6A88752-A74A-BFFB-A9E1-01AFDB44E1CC}"/>
          </ac:spMkLst>
        </pc:spChg>
      </pc:sldChg>
      <pc:sldChg chg="modSp mod modClrScheme chgLayout">
        <pc:chgData name="Nagineni, Bindu Srivalli" userId="S::bxn5940@mavs.uta.edu::d62d4e98-5d63-411a-ae2d-3531a4c5e28e" providerId="AD" clId="Web-{22A373ED-1DCA-084B-3186-6B20233C946A}" dt="2025-08-25T14:14:35.125" v="0"/>
        <pc:sldMkLst>
          <pc:docMk/>
          <pc:sldMk cId="0" sldId="292"/>
        </pc:sldMkLst>
        <pc:spChg chg="mod ord">
          <ac:chgData name="Nagineni, Bindu Srivalli" userId="S::bxn5940@mavs.uta.edu::d62d4e98-5d63-411a-ae2d-3531a4c5e28e" providerId="AD" clId="Web-{22A373ED-1DCA-084B-3186-6B20233C946A}" dt="2025-08-25T14:14:35.125" v="0"/>
          <ac:spMkLst>
            <pc:docMk/>
            <pc:sldMk cId="0" sldId="292"/>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92"/>
            <ac:spMk id="3"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92"/>
            <ac:spMk id="5" creationId="{C2A2274E-FE5C-D06F-CFFC-38C9D484F0A0}"/>
          </ac:spMkLst>
        </pc:spChg>
      </pc:sldChg>
      <pc:sldChg chg="modSp mod modClrScheme chgLayout">
        <pc:chgData name="Nagineni, Bindu Srivalli" userId="S::bxn5940@mavs.uta.edu::d62d4e98-5d63-411a-ae2d-3531a4c5e28e" providerId="AD" clId="Web-{22A373ED-1DCA-084B-3186-6B20233C946A}" dt="2025-08-25T14:14:35.125" v="0"/>
        <pc:sldMkLst>
          <pc:docMk/>
          <pc:sldMk cId="0" sldId="293"/>
        </pc:sldMkLst>
        <pc:spChg chg="mod ord">
          <ac:chgData name="Nagineni, Bindu Srivalli" userId="S::bxn5940@mavs.uta.edu::d62d4e98-5d63-411a-ae2d-3531a4c5e28e" providerId="AD" clId="Web-{22A373ED-1DCA-084B-3186-6B20233C946A}" dt="2025-08-25T14:14:35.125" v="0"/>
          <ac:spMkLst>
            <pc:docMk/>
            <pc:sldMk cId="0" sldId="293"/>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93"/>
            <ac:spMk id="3"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93"/>
            <ac:spMk id="5" creationId="{ADDA2305-D1B3-A850-D100-6A4A3029E13D}"/>
          </ac:spMkLst>
        </pc:spChg>
      </pc:sldChg>
      <pc:sldChg chg="modSp mod modClrScheme chgLayout">
        <pc:chgData name="Nagineni, Bindu Srivalli" userId="S::bxn5940@mavs.uta.edu::d62d4e98-5d63-411a-ae2d-3531a4c5e28e" providerId="AD" clId="Web-{22A373ED-1DCA-084B-3186-6B20233C946A}" dt="2025-08-25T14:14:35.125" v="0"/>
        <pc:sldMkLst>
          <pc:docMk/>
          <pc:sldMk cId="0" sldId="294"/>
        </pc:sldMkLst>
        <pc:spChg chg="mod ord">
          <ac:chgData name="Nagineni, Bindu Srivalli" userId="S::bxn5940@mavs.uta.edu::d62d4e98-5d63-411a-ae2d-3531a4c5e28e" providerId="AD" clId="Web-{22A373ED-1DCA-084B-3186-6B20233C946A}" dt="2025-08-25T14:14:35.125" v="0"/>
          <ac:spMkLst>
            <pc:docMk/>
            <pc:sldMk cId="0" sldId="294"/>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94"/>
            <ac:spMk id="3"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94"/>
            <ac:spMk id="5" creationId="{F43D1B28-DA6C-1E7D-AF79-DB56736F0DF7}"/>
          </ac:spMkLst>
        </pc:spChg>
      </pc:sldChg>
      <pc:sldChg chg="modSp mod modClrScheme chgLayout">
        <pc:chgData name="Nagineni, Bindu Srivalli" userId="S::bxn5940@mavs.uta.edu::d62d4e98-5d63-411a-ae2d-3531a4c5e28e" providerId="AD" clId="Web-{22A373ED-1DCA-084B-3186-6B20233C946A}" dt="2025-08-25T14:14:35.125" v="0"/>
        <pc:sldMkLst>
          <pc:docMk/>
          <pc:sldMk cId="0" sldId="295"/>
        </pc:sldMkLst>
        <pc:spChg chg="mod ord">
          <ac:chgData name="Nagineni, Bindu Srivalli" userId="S::bxn5940@mavs.uta.edu::d62d4e98-5d63-411a-ae2d-3531a4c5e28e" providerId="AD" clId="Web-{22A373ED-1DCA-084B-3186-6B20233C946A}" dt="2025-08-25T14:14:35.125" v="0"/>
          <ac:spMkLst>
            <pc:docMk/>
            <pc:sldMk cId="0" sldId="295"/>
            <ac:spMk id="2"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95"/>
            <ac:spMk id="3" creationId="{00000000-0000-0000-0000-000000000000}"/>
          </ac:spMkLst>
        </pc:spChg>
        <pc:spChg chg="mod ord">
          <ac:chgData name="Nagineni, Bindu Srivalli" userId="S::bxn5940@mavs.uta.edu::d62d4e98-5d63-411a-ae2d-3531a4c5e28e" providerId="AD" clId="Web-{22A373ED-1DCA-084B-3186-6B20233C946A}" dt="2025-08-25T14:14:35.125" v="0"/>
          <ac:spMkLst>
            <pc:docMk/>
            <pc:sldMk cId="0" sldId="295"/>
            <ac:spMk id="5" creationId="{830B953D-391C-2328-5FE2-1431CE238D83}"/>
          </ac:spMkLst>
        </pc:spChg>
      </pc:sldChg>
      <pc:sldChg chg="modSp mod modClrScheme chgLayout">
        <pc:chgData name="Nagineni, Bindu Srivalli" userId="S::bxn5940@mavs.uta.edu::d62d4e98-5d63-411a-ae2d-3531a4c5e28e" providerId="AD" clId="Web-{22A373ED-1DCA-084B-3186-6B20233C946A}" dt="2025-08-25T14:14:35.125" v="0"/>
        <pc:sldMkLst>
          <pc:docMk/>
          <pc:sldMk cId="2806976145" sldId="296"/>
        </pc:sldMkLst>
        <pc:spChg chg="mod ord">
          <ac:chgData name="Nagineni, Bindu Srivalli" userId="S::bxn5940@mavs.uta.edu::d62d4e98-5d63-411a-ae2d-3531a4c5e28e" providerId="AD" clId="Web-{22A373ED-1DCA-084B-3186-6B20233C946A}" dt="2025-08-25T14:14:35.125" v="0"/>
          <ac:spMkLst>
            <pc:docMk/>
            <pc:sldMk cId="2806976145" sldId="296"/>
            <ac:spMk id="2" creationId="{C70C633E-999B-9607-A4C9-BA5BFDBEB000}"/>
          </ac:spMkLst>
        </pc:spChg>
        <pc:spChg chg="mod ord">
          <ac:chgData name="Nagineni, Bindu Srivalli" userId="S::bxn5940@mavs.uta.edu::d62d4e98-5d63-411a-ae2d-3531a4c5e28e" providerId="AD" clId="Web-{22A373ED-1DCA-084B-3186-6B20233C946A}" dt="2025-08-25T14:14:35.125" v="0"/>
          <ac:spMkLst>
            <pc:docMk/>
            <pc:sldMk cId="2806976145" sldId="296"/>
            <ac:spMk id="3" creationId="{1D50FAE3-3141-81C2-5302-F2257205AE87}"/>
          </ac:spMkLst>
        </pc:spChg>
        <pc:spChg chg="mod ord">
          <ac:chgData name="Nagineni, Bindu Srivalli" userId="S::bxn5940@mavs.uta.edu::d62d4e98-5d63-411a-ae2d-3531a4c5e28e" providerId="AD" clId="Web-{22A373ED-1DCA-084B-3186-6B20233C946A}" dt="2025-08-25T14:14:35.125" v="0"/>
          <ac:spMkLst>
            <pc:docMk/>
            <pc:sldMk cId="2806976145" sldId="296"/>
            <ac:spMk id="4" creationId="{FF647CEB-2596-071E-14EA-89F33F294ACE}"/>
          </ac:spMkLst>
        </pc:spChg>
      </pc:sldChg>
      <pc:sldChg chg="modSp mod modClrScheme chgLayout">
        <pc:chgData name="Nagineni, Bindu Srivalli" userId="S::bxn5940@mavs.uta.edu::d62d4e98-5d63-411a-ae2d-3531a4c5e28e" providerId="AD" clId="Web-{22A373ED-1DCA-084B-3186-6B20233C946A}" dt="2025-08-25T14:14:35.125" v="0"/>
        <pc:sldMkLst>
          <pc:docMk/>
          <pc:sldMk cId="3657255085" sldId="297"/>
        </pc:sldMkLst>
        <pc:spChg chg="mod ord">
          <ac:chgData name="Nagineni, Bindu Srivalli" userId="S::bxn5940@mavs.uta.edu::d62d4e98-5d63-411a-ae2d-3531a4c5e28e" providerId="AD" clId="Web-{22A373ED-1DCA-084B-3186-6B20233C946A}" dt="2025-08-25T14:14:35.125" v="0"/>
          <ac:spMkLst>
            <pc:docMk/>
            <pc:sldMk cId="3657255085" sldId="297"/>
            <ac:spMk id="2" creationId="{FA5AA413-9C8C-BD57-25F1-D8D62E9B584B}"/>
          </ac:spMkLst>
        </pc:spChg>
        <pc:spChg chg="mod ord">
          <ac:chgData name="Nagineni, Bindu Srivalli" userId="S::bxn5940@mavs.uta.edu::d62d4e98-5d63-411a-ae2d-3531a4c5e28e" providerId="AD" clId="Web-{22A373ED-1DCA-084B-3186-6B20233C946A}" dt="2025-08-25T14:14:35.125" v="0"/>
          <ac:spMkLst>
            <pc:docMk/>
            <pc:sldMk cId="3657255085" sldId="297"/>
            <ac:spMk id="3" creationId="{D627DB04-1F89-E80D-7921-E70E5AAD335B}"/>
          </ac:spMkLst>
        </pc:spChg>
        <pc:spChg chg="mod ord">
          <ac:chgData name="Nagineni, Bindu Srivalli" userId="S::bxn5940@mavs.uta.edu::d62d4e98-5d63-411a-ae2d-3531a4c5e28e" providerId="AD" clId="Web-{22A373ED-1DCA-084B-3186-6B20233C946A}" dt="2025-08-25T14:14:35.125" v="0"/>
          <ac:spMkLst>
            <pc:docMk/>
            <pc:sldMk cId="3657255085" sldId="297"/>
            <ac:spMk id="5" creationId="{C0C6EBC4-667A-2C9B-1763-3CAB145ACBDE}"/>
          </ac:spMkLst>
        </pc:spChg>
      </pc:sldChg>
      <pc:sldChg chg="modSp mod modClrScheme chgLayout">
        <pc:chgData name="Nagineni, Bindu Srivalli" userId="S::bxn5940@mavs.uta.edu::d62d4e98-5d63-411a-ae2d-3531a4c5e28e" providerId="AD" clId="Web-{22A373ED-1DCA-084B-3186-6B20233C946A}" dt="2025-08-25T14:14:35.125" v="0"/>
        <pc:sldMkLst>
          <pc:docMk/>
          <pc:sldMk cId="863883879" sldId="298"/>
        </pc:sldMkLst>
        <pc:spChg chg="mod ord">
          <ac:chgData name="Nagineni, Bindu Srivalli" userId="S::bxn5940@mavs.uta.edu::d62d4e98-5d63-411a-ae2d-3531a4c5e28e" providerId="AD" clId="Web-{22A373ED-1DCA-084B-3186-6B20233C946A}" dt="2025-08-25T14:14:35.125" v="0"/>
          <ac:spMkLst>
            <pc:docMk/>
            <pc:sldMk cId="863883879" sldId="298"/>
            <ac:spMk id="2" creationId="{842BDE40-59CD-D4FC-9021-1EECD16F5FB4}"/>
          </ac:spMkLst>
        </pc:spChg>
        <pc:spChg chg="mod ord">
          <ac:chgData name="Nagineni, Bindu Srivalli" userId="S::bxn5940@mavs.uta.edu::d62d4e98-5d63-411a-ae2d-3531a4c5e28e" providerId="AD" clId="Web-{22A373ED-1DCA-084B-3186-6B20233C946A}" dt="2025-08-25T14:14:35.125" v="0"/>
          <ac:spMkLst>
            <pc:docMk/>
            <pc:sldMk cId="863883879" sldId="298"/>
            <ac:spMk id="3" creationId="{E4666CF4-1339-679E-C916-DB3833D40F18}"/>
          </ac:spMkLst>
        </pc:spChg>
        <pc:spChg chg="mod ord">
          <ac:chgData name="Nagineni, Bindu Srivalli" userId="S::bxn5940@mavs.uta.edu::d62d4e98-5d63-411a-ae2d-3531a4c5e28e" providerId="AD" clId="Web-{22A373ED-1DCA-084B-3186-6B20233C946A}" dt="2025-08-25T14:14:35.125" v="0"/>
          <ac:spMkLst>
            <pc:docMk/>
            <pc:sldMk cId="863883879" sldId="298"/>
            <ac:spMk id="5" creationId="{3524FAEB-A86A-5EA8-3212-6905211F4039}"/>
          </ac:spMkLst>
        </pc:spChg>
      </pc:sldChg>
      <pc:sldChg chg="modSp mod modClrScheme chgLayout">
        <pc:chgData name="Nagineni, Bindu Srivalli" userId="S::bxn5940@mavs.uta.edu::d62d4e98-5d63-411a-ae2d-3531a4c5e28e" providerId="AD" clId="Web-{22A373ED-1DCA-084B-3186-6B20233C946A}" dt="2025-08-25T14:14:35.125" v="0"/>
        <pc:sldMkLst>
          <pc:docMk/>
          <pc:sldMk cId="3829179572" sldId="299"/>
        </pc:sldMkLst>
        <pc:spChg chg="mod ord">
          <ac:chgData name="Nagineni, Bindu Srivalli" userId="S::bxn5940@mavs.uta.edu::d62d4e98-5d63-411a-ae2d-3531a4c5e28e" providerId="AD" clId="Web-{22A373ED-1DCA-084B-3186-6B20233C946A}" dt="2025-08-25T14:14:35.125" v="0"/>
          <ac:spMkLst>
            <pc:docMk/>
            <pc:sldMk cId="3829179572" sldId="299"/>
            <ac:spMk id="2" creationId="{7616F128-158B-CD03-DE3A-961E1CBE497A}"/>
          </ac:spMkLst>
        </pc:spChg>
        <pc:spChg chg="mod ord">
          <ac:chgData name="Nagineni, Bindu Srivalli" userId="S::bxn5940@mavs.uta.edu::d62d4e98-5d63-411a-ae2d-3531a4c5e28e" providerId="AD" clId="Web-{22A373ED-1DCA-084B-3186-6B20233C946A}" dt="2025-08-25T14:14:35.125" v="0"/>
          <ac:spMkLst>
            <pc:docMk/>
            <pc:sldMk cId="3829179572" sldId="299"/>
            <ac:spMk id="3" creationId="{06B3A94F-2C23-6AA0-19E6-81E9010CFF5F}"/>
          </ac:spMkLst>
        </pc:spChg>
        <pc:spChg chg="mod ord">
          <ac:chgData name="Nagineni, Bindu Srivalli" userId="S::bxn5940@mavs.uta.edu::d62d4e98-5d63-411a-ae2d-3531a4c5e28e" providerId="AD" clId="Web-{22A373ED-1DCA-084B-3186-6B20233C946A}" dt="2025-08-25T14:14:35.125" v="0"/>
          <ac:spMkLst>
            <pc:docMk/>
            <pc:sldMk cId="3829179572" sldId="299"/>
            <ac:spMk id="4" creationId="{3D36EB90-0A55-9EE8-097F-F54E6C7F7DE4}"/>
          </ac:spMkLst>
        </pc:spChg>
      </pc:sldChg>
      <pc:sldChg chg="modSp mod modClrScheme chgLayout">
        <pc:chgData name="Nagineni, Bindu Srivalli" userId="S::bxn5940@mavs.uta.edu::d62d4e98-5d63-411a-ae2d-3531a4c5e28e" providerId="AD" clId="Web-{22A373ED-1DCA-084B-3186-6B20233C946A}" dt="2025-08-25T14:14:35.125" v="0"/>
        <pc:sldMkLst>
          <pc:docMk/>
          <pc:sldMk cId="174471208" sldId="300"/>
        </pc:sldMkLst>
        <pc:spChg chg="mod ord">
          <ac:chgData name="Nagineni, Bindu Srivalli" userId="S::bxn5940@mavs.uta.edu::d62d4e98-5d63-411a-ae2d-3531a4c5e28e" providerId="AD" clId="Web-{22A373ED-1DCA-084B-3186-6B20233C946A}" dt="2025-08-25T14:14:35.125" v="0"/>
          <ac:spMkLst>
            <pc:docMk/>
            <pc:sldMk cId="174471208" sldId="300"/>
            <ac:spMk id="2" creationId="{BD2F9913-CAB1-B547-8239-AF11E7563205}"/>
          </ac:spMkLst>
        </pc:spChg>
        <pc:spChg chg="mod ord">
          <ac:chgData name="Nagineni, Bindu Srivalli" userId="S::bxn5940@mavs.uta.edu::d62d4e98-5d63-411a-ae2d-3531a4c5e28e" providerId="AD" clId="Web-{22A373ED-1DCA-084B-3186-6B20233C946A}" dt="2025-08-25T14:14:35.125" v="0"/>
          <ac:spMkLst>
            <pc:docMk/>
            <pc:sldMk cId="174471208" sldId="300"/>
            <ac:spMk id="3" creationId="{B0499390-D0D0-C8F5-EB3A-A39743209263}"/>
          </ac:spMkLst>
        </pc:spChg>
        <pc:spChg chg="mod ord">
          <ac:chgData name="Nagineni, Bindu Srivalli" userId="S::bxn5940@mavs.uta.edu::d62d4e98-5d63-411a-ae2d-3531a4c5e28e" providerId="AD" clId="Web-{22A373ED-1DCA-084B-3186-6B20233C946A}" dt="2025-08-25T14:14:35.125" v="0"/>
          <ac:spMkLst>
            <pc:docMk/>
            <pc:sldMk cId="174471208" sldId="300"/>
            <ac:spMk id="4" creationId="{96F46141-28E2-5FA7-F6AD-B467DB2B833C}"/>
          </ac:spMkLst>
        </pc:spChg>
      </pc:sldChg>
      <pc:sldMasterChg chg="del delSldLayout">
        <pc:chgData name="Nagineni, Bindu Srivalli" userId="S::bxn5940@mavs.uta.edu::d62d4e98-5d63-411a-ae2d-3531a4c5e28e" providerId="AD" clId="Web-{22A373ED-1DCA-084B-3186-6B20233C946A}" dt="2025-08-25T14:14:35.125" v="0"/>
        <pc:sldMasterMkLst>
          <pc:docMk/>
          <pc:sldMasterMk cId="2209977519" sldId="2147483648"/>
        </pc:sldMasterMkLst>
        <pc:sldLayoutChg chg="del">
          <pc:chgData name="Nagineni, Bindu Srivalli" userId="S::bxn5940@mavs.uta.edu::d62d4e98-5d63-411a-ae2d-3531a4c5e28e" providerId="AD" clId="Web-{22A373ED-1DCA-084B-3186-6B20233C946A}" dt="2025-08-25T14:14:35.125" v="0"/>
          <pc:sldLayoutMkLst>
            <pc:docMk/>
            <pc:sldMasterMk cId="2209977519" sldId="2147483648"/>
            <pc:sldLayoutMk cId="3168075583" sldId="2147483649"/>
          </pc:sldLayoutMkLst>
        </pc:sldLayoutChg>
        <pc:sldLayoutChg chg="del">
          <pc:chgData name="Nagineni, Bindu Srivalli" userId="S::bxn5940@mavs.uta.edu::d62d4e98-5d63-411a-ae2d-3531a4c5e28e" providerId="AD" clId="Web-{22A373ED-1DCA-084B-3186-6B20233C946A}" dt="2025-08-25T14:14:35.125" v="0"/>
          <pc:sldLayoutMkLst>
            <pc:docMk/>
            <pc:sldMasterMk cId="2209977519" sldId="2147483648"/>
            <pc:sldLayoutMk cId="2614314258" sldId="2147483650"/>
          </pc:sldLayoutMkLst>
        </pc:sldLayoutChg>
        <pc:sldLayoutChg chg="del">
          <pc:chgData name="Nagineni, Bindu Srivalli" userId="S::bxn5940@mavs.uta.edu::d62d4e98-5d63-411a-ae2d-3531a4c5e28e" providerId="AD" clId="Web-{22A373ED-1DCA-084B-3186-6B20233C946A}" dt="2025-08-25T14:14:35.125" v="0"/>
          <pc:sldLayoutMkLst>
            <pc:docMk/>
            <pc:sldMasterMk cId="2209977519" sldId="2147483648"/>
            <pc:sldLayoutMk cId="960648375" sldId="2147483651"/>
          </pc:sldLayoutMkLst>
        </pc:sldLayoutChg>
        <pc:sldLayoutChg chg="del">
          <pc:chgData name="Nagineni, Bindu Srivalli" userId="S::bxn5940@mavs.uta.edu::d62d4e98-5d63-411a-ae2d-3531a4c5e28e" providerId="AD" clId="Web-{22A373ED-1DCA-084B-3186-6B20233C946A}" dt="2025-08-25T14:14:35.125" v="0"/>
          <pc:sldLayoutMkLst>
            <pc:docMk/>
            <pc:sldMasterMk cId="2209977519" sldId="2147483648"/>
            <pc:sldLayoutMk cId="2782244947" sldId="2147483652"/>
          </pc:sldLayoutMkLst>
        </pc:sldLayoutChg>
        <pc:sldLayoutChg chg="del">
          <pc:chgData name="Nagineni, Bindu Srivalli" userId="S::bxn5940@mavs.uta.edu::d62d4e98-5d63-411a-ae2d-3531a4c5e28e" providerId="AD" clId="Web-{22A373ED-1DCA-084B-3186-6B20233C946A}" dt="2025-08-25T14:14:35.125" v="0"/>
          <pc:sldLayoutMkLst>
            <pc:docMk/>
            <pc:sldMasterMk cId="2209977519" sldId="2147483648"/>
            <pc:sldLayoutMk cId="990158736" sldId="2147483653"/>
          </pc:sldLayoutMkLst>
        </pc:sldLayoutChg>
        <pc:sldLayoutChg chg="del">
          <pc:chgData name="Nagineni, Bindu Srivalli" userId="S::bxn5940@mavs.uta.edu::d62d4e98-5d63-411a-ae2d-3531a4c5e28e" providerId="AD" clId="Web-{22A373ED-1DCA-084B-3186-6B20233C946A}" dt="2025-08-25T14:14:35.125" v="0"/>
          <pc:sldLayoutMkLst>
            <pc:docMk/>
            <pc:sldMasterMk cId="2209977519" sldId="2147483648"/>
            <pc:sldLayoutMk cId="727027711" sldId="2147483654"/>
          </pc:sldLayoutMkLst>
        </pc:sldLayoutChg>
        <pc:sldLayoutChg chg="del">
          <pc:chgData name="Nagineni, Bindu Srivalli" userId="S::bxn5940@mavs.uta.edu::d62d4e98-5d63-411a-ae2d-3531a4c5e28e" providerId="AD" clId="Web-{22A373ED-1DCA-084B-3186-6B20233C946A}" dt="2025-08-25T14:14:35.125" v="0"/>
          <pc:sldLayoutMkLst>
            <pc:docMk/>
            <pc:sldMasterMk cId="2209977519" sldId="2147483648"/>
            <pc:sldLayoutMk cId="1212999818" sldId="2147483655"/>
          </pc:sldLayoutMkLst>
        </pc:sldLayoutChg>
        <pc:sldLayoutChg chg="del">
          <pc:chgData name="Nagineni, Bindu Srivalli" userId="S::bxn5940@mavs.uta.edu::d62d4e98-5d63-411a-ae2d-3531a4c5e28e" providerId="AD" clId="Web-{22A373ED-1DCA-084B-3186-6B20233C946A}" dt="2025-08-25T14:14:35.125" v="0"/>
          <pc:sldLayoutMkLst>
            <pc:docMk/>
            <pc:sldMasterMk cId="2209977519" sldId="2147483648"/>
            <pc:sldLayoutMk cId="1840726560" sldId="2147483656"/>
          </pc:sldLayoutMkLst>
        </pc:sldLayoutChg>
        <pc:sldLayoutChg chg="del">
          <pc:chgData name="Nagineni, Bindu Srivalli" userId="S::bxn5940@mavs.uta.edu::d62d4e98-5d63-411a-ae2d-3531a4c5e28e" providerId="AD" clId="Web-{22A373ED-1DCA-084B-3186-6B20233C946A}" dt="2025-08-25T14:14:35.125" v="0"/>
          <pc:sldLayoutMkLst>
            <pc:docMk/>
            <pc:sldMasterMk cId="2209977519" sldId="2147483648"/>
            <pc:sldLayoutMk cId="3889236939" sldId="2147483657"/>
          </pc:sldLayoutMkLst>
        </pc:sldLayoutChg>
        <pc:sldLayoutChg chg="del">
          <pc:chgData name="Nagineni, Bindu Srivalli" userId="S::bxn5940@mavs.uta.edu::d62d4e98-5d63-411a-ae2d-3531a4c5e28e" providerId="AD" clId="Web-{22A373ED-1DCA-084B-3186-6B20233C946A}" dt="2025-08-25T14:14:35.125" v="0"/>
          <pc:sldLayoutMkLst>
            <pc:docMk/>
            <pc:sldMasterMk cId="2209977519" sldId="2147483648"/>
            <pc:sldLayoutMk cId="2910927964" sldId="2147483658"/>
          </pc:sldLayoutMkLst>
        </pc:sldLayoutChg>
        <pc:sldLayoutChg chg="del">
          <pc:chgData name="Nagineni, Bindu Srivalli" userId="S::bxn5940@mavs.uta.edu::d62d4e98-5d63-411a-ae2d-3531a4c5e28e" providerId="AD" clId="Web-{22A373ED-1DCA-084B-3186-6B20233C946A}" dt="2025-08-25T14:14:35.125" v="0"/>
          <pc:sldLayoutMkLst>
            <pc:docMk/>
            <pc:sldMasterMk cId="2209977519" sldId="2147483648"/>
            <pc:sldLayoutMk cId="3612223792" sldId="2147483659"/>
          </pc:sldLayoutMkLst>
        </pc:sldLayoutChg>
      </pc:sldMasterChg>
      <pc:sldMasterChg chg="add addSldLayout modSldLayout">
        <pc:chgData name="Nagineni, Bindu Srivalli" userId="S::bxn5940@mavs.uta.edu::d62d4e98-5d63-411a-ae2d-3531a4c5e28e" providerId="AD" clId="Web-{22A373ED-1DCA-084B-3186-6B20233C946A}" dt="2025-08-25T14:14:35.125" v="0"/>
        <pc:sldMasterMkLst>
          <pc:docMk/>
          <pc:sldMasterMk cId="973000469" sldId="2147483660"/>
        </pc:sldMasterMkLst>
        <pc:sldLayoutChg chg="add mod replId">
          <pc:chgData name="Nagineni, Bindu Srivalli" userId="S::bxn5940@mavs.uta.edu::d62d4e98-5d63-411a-ae2d-3531a4c5e28e" providerId="AD" clId="Web-{22A373ED-1DCA-084B-3186-6B20233C946A}" dt="2025-08-25T14:14:35.125" v="0"/>
          <pc:sldLayoutMkLst>
            <pc:docMk/>
            <pc:sldMasterMk cId="973000469" sldId="2147483660"/>
            <pc:sldLayoutMk cId="4027914991" sldId="2147483661"/>
          </pc:sldLayoutMkLst>
        </pc:sldLayoutChg>
        <pc:sldLayoutChg chg="add mod replId">
          <pc:chgData name="Nagineni, Bindu Srivalli" userId="S::bxn5940@mavs.uta.edu::d62d4e98-5d63-411a-ae2d-3531a4c5e28e" providerId="AD" clId="Web-{22A373ED-1DCA-084B-3186-6B20233C946A}" dt="2025-08-25T14:14:35.125" v="0"/>
          <pc:sldLayoutMkLst>
            <pc:docMk/>
            <pc:sldMasterMk cId="973000469" sldId="2147483660"/>
            <pc:sldLayoutMk cId="4159215623" sldId="2147483662"/>
          </pc:sldLayoutMkLst>
        </pc:sldLayoutChg>
        <pc:sldLayoutChg chg="add mod replId">
          <pc:chgData name="Nagineni, Bindu Srivalli" userId="S::bxn5940@mavs.uta.edu::d62d4e98-5d63-411a-ae2d-3531a4c5e28e" providerId="AD" clId="Web-{22A373ED-1DCA-084B-3186-6B20233C946A}" dt="2025-08-25T14:14:35.125" v="0"/>
          <pc:sldLayoutMkLst>
            <pc:docMk/>
            <pc:sldMasterMk cId="973000469" sldId="2147483660"/>
            <pc:sldLayoutMk cId="2797835713" sldId="2147483663"/>
          </pc:sldLayoutMkLst>
        </pc:sldLayoutChg>
        <pc:sldLayoutChg chg="add mod replId">
          <pc:chgData name="Nagineni, Bindu Srivalli" userId="S::bxn5940@mavs.uta.edu::d62d4e98-5d63-411a-ae2d-3531a4c5e28e" providerId="AD" clId="Web-{22A373ED-1DCA-084B-3186-6B20233C946A}" dt="2025-08-25T14:14:35.125" v="0"/>
          <pc:sldLayoutMkLst>
            <pc:docMk/>
            <pc:sldMasterMk cId="973000469" sldId="2147483660"/>
            <pc:sldLayoutMk cId="1863776472" sldId="2147483664"/>
          </pc:sldLayoutMkLst>
        </pc:sldLayoutChg>
        <pc:sldLayoutChg chg="add mod replId">
          <pc:chgData name="Nagineni, Bindu Srivalli" userId="S::bxn5940@mavs.uta.edu::d62d4e98-5d63-411a-ae2d-3531a4c5e28e" providerId="AD" clId="Web-{22A373ED-1DCA-084B-3186-6B20233C946A}" dt="2025-08-25T14:14:35.125" v="0"/>
          <pc:sldLayoutMkLst>
            <pc:docMk/>
            <pc:sldMasterMk cId="973000469" sldId="2147483660"/>
            <pc:sldLayoutMk cId="3274610458" sldId="2147483665"/>
          </pc:sldLayoutMkLst>
        </pc:sldLayoutChg>
        <pc:sldLayoutChg chg="add mod replId">
          <pc:chgData name="Nagineni, Bindu Srivalli" userId="S::bxn5940@mavs.uta.edu::d62d4e98-5d63-411a-ae2d-3531a4c5e28e" providerId="AD" clId="Web-{22A373ED-1DCA-084B-3186-6B20233C946A}" dt="2025-08-25T14:14:35.125" v="0"/>
          <pc:sldLayoutMkLst>
            <pc:docMk/>
            <pc:sldMasterMk cId="973000469" sldId="2147483660"/>
            <pc:sldLayoutMk cId="2884343302" sldId="2147483666"/>
          </pc:sldLayoutMkLst>
        </pc:sldLayoutChg>
        <pc:sldLayoutChg chg="add mod replId">
          <pc:chgData name="Nagineni, Bindu Srivalli" userId="S::bxn5940@mavs.uta.edu::d62d4e98-5d63-411a-ae2d-3531a4c5e28e" providerId="AD" clId="Web-{22A373ED-1DCA-084B-3186-6B20233C946A}" dt="2025-08-25T14:14:35.125" v="0"/>
          <pc:sldLayoutMkLst>
            <pc:docMk/>
            <pc:sldMasterMk cId="973000469" sldId="2147483660"/>
            <pc:sldLayoutMk cId="1240242210" sldId="2147483667"/>
          </pc:sldLayoutMkLst>
        </pc:sldLayoutChg>
        <pc:sldLayoutChg chg="add mod replId">
          <pc:chgData name="Nagineni, Bindu Srivalli" userId="S::bxn5940@mavs.uta.edu::d62d4e98-5d63-411a-ae2d-3531a4c5e28e" providerId="AD" clId="Web-{22A373ED-1DCA-084B-3186-6B20233C946A}" dt="2025-08-25T14:14:35.125" v="0"/>
          <pc:sldLayoutMkLst>
            <pc:docMk/>
            <pc:sldMasterMk cId="973000469" sldId="2147483660"/>
            <pc:sldLayoutMk cId="2457117065" sldId="2147483668"/>
          </pc:sldLayoutMkLst>
        </pc:sldLayoutChg>
        <pc:sldLayoutChg chg="add mod replId">
          <pc:chgData name="Nagineni, Bindu Srivalli" userId="S::bxn5940@mavs.uta.edu::d62d4e98-5d63-411a-ae2d-3531a4c5e28e" providerId="AD" clId="Web-{22A373ED-1DCA-084B-3186-6B20233C946A}" dt="2025-08-25T14:14:35.125" v="0"/>
          <pc:sldLayoutMkLst>
            <pc:docMk/>
            <pc:sldMasterMk cId="973000469" sldId="2147483660"/>
            <pc:sldLayoutMk cId="3279448863" sldId="2147483669"/>
          </pc:sldLayoutMkLst>
        </pc:sldLayoutChg>
        <pc:sldLayoutChg chg="add mod replId">
          <pc:chgData name="Nagineni, Bindu Srivalli" userId="S::bxn5940@mavs.uta.edu::d62d4e98-5d63-411a-ae2d-3531a4c5e28e" providerId="AD" clId="Web-{22A373ED-1DCA-084B-3186-6B20233C946A}" dt="2025-08-25T14:14:35.125" v="0"/>
          <pc:sldLayoutMkLst>
            <pc:docMk/>
            <pc:sldMasterMk cId="973000469" sldId="2147483660"/>
            <pc:sldLayoutMk cId="3359570466" sldId="2147483670"/>
          </pc:sldLayoutMkLst>
        </pc:sldLayoutChg>
        <pc:sldLayoutChg chg="add mod replId">
          <pc:chgData name="Nagineni, Bindu Srivalli" userId="S::bxn5940@mavs.uta.edu::d62d4e98-5d63-411a-ae2d-3531a4c5e28e" providerId="AD" clId="Web-{22A373ED-1DCA-084B-3186-6B20233C946A}" dt="2025-08-25T14:14:35.125" v="0"/>
          <pc:sldLayoutMkLst>
            <pc:docMk/>
            <pc:sldMasterMk cId="973000469" sldId="2147483660"/>
            <pc:sldLayoutMk cId="2051747717" sldId="214748367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144244-22FF-0E4B-BD87-BA87B25730AA}" type="datetimeFigureOut">
              <a:rPr lang="en-US" smtClean="0"/>
              <a:t>8/25/2025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CF84B3-9AB3-6646-BB4D-DDB1114EA7B3}" type="slidenum">
              <a:rPr lang="en-US" smtClean="0"/>
              <a:t>‹#›</a:t>
            </a:fld>
            <a:endParaRPr lang="en-US"/>
          </a:p>
        </p:txBody>
      </p:sp>
    </p:spTree>
    <p:extLst>
      <p:ext uri="{BB962C8B-B14F-4D97-AF65-F5344CB8AC3E}">
        <p14:creationId xmlns:p14="http://schemas.microsoft.com/office/powerpoint/2010/main" val="1289501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0F8CF-692C-4963-8B5E-D1C0928CF160}"/>
              </a:ext>
            </a:extLst>
          </p:cNvPr>
          <p:cNvSpPr>
            <a:spLocks noGrp="1"/>
          </p:cNvSpPr>
          <p:nvPr>
            <p:ph type="ctrTitle"/>
          </p:nvPr>
        </p:nvSpPr>
        <p:spPr>
          <a:xfrm>
            <a:off x="1072209" y="1013985"/>
            <a:ext cx="5785791" cy="3260635"/>
          </a:xfrm>
        </p:spPr>
        <p:txBody>
          <a:bodyPr anchor="b"/>
          <a:lstStyle>
            <a:lvl1pPr algn="l">
              <a:defRPr sz="3733"/>
            </a:lvl1pPr>
          </a:lstStyle>
          <a:p>
            <a:r>
              <a:rPr lang="en-US" dirty="0"/>
              <a:t>Click to edit Master title style</a:t>
            </a:r>
          </a:p>
        </p:txBody>
      </p:sp>
      <p:sp>
        <p:nvSpPr>
          <p:cNvPr id="3" name="Subtitle 2">
            <a:extLst>
              <a:ext uri="{FF2B5EF4-FFF2-40B4-BE49-F238E27FC236}">
                <a16:creationId xmlns:a16="http://schemas.microsoft.com/office/drawing/2014/main" id="{9F419655-1613-4CC0-BBE9-BD2CB2C3C766}"/>
              </a:ext>
            </a:extLst>
          </p:cNvPr>
          <p:cNvSpPr>
            <a:spLocks noGrp="1"/>
          </p:cNvSpPr>
          <p:nvPr>
            <p:ph type="subTitle" idx="1"/>
          </p:nvPr>
        </p:nvSpPr>
        <p:spPr>
          <a:xfrm>
            <a:off x="1072209" y="4848465"/>
            <a:ext cx="5785791" cy="1085849"/>
          </a:xfrm>
        </p:spPr>
        <p:txBody>
          <a:bodyPr>
            <a:normAutofit/>
          </a:bodyPr>
          <a:lstStyle>
            <a:lvl1pPr marL="0" indent="0" algn="l">
              <a:buNone/>
              <a:defRPr sz="2400"/>
            </a:lvl1pPr>
            <a:lvl2pPr marL="609585" indent="0" algn="ctr">
              <a:buNone/>
              <a:defRPr sz="2400"/>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dirty="0"/>
              <a:t>Click to edit Master subtitle style</a:t>
            </a:r>
          </a:p>
        </p:txBody>
      </p:sp>
      <p:sp>
        <p:nvSpPr>
          <p:cNvPr id="4" name="Date Placeholder 3">
            <a:extLst>
              <a:ext uri="{FF2B5EF4-FFF2-40B4-BE49-F238E27FC236}">
                <a16:creationId xmlns:a16="http://schemas.microsoft.com/office/drawing/2014/main" id="{40267FFF-6BC4-4DF0-BC55-B2C3BFD8ED12}"/>
              </a:ext>
            </a:extLst>
          </p:cNvPr>
          <p:cNvSpPr>
            <a:spLocks noGrp="1"/>
          </p:cNvSpPr>
          <p:nvPr>
            <p:ph type="dt" sz="half" idx="10"/>
          </p:nvPr>
        </p:nvSpPr>
        <p:spPr/>
        <p:txBody>
          <a:bodyPr/>
          <a:lstStyle/>
          <a:p>
            <a:fld id="{C4270120-CDFC-48DE-A6EA-6DEEDD0E436A}" type="datetimeFigureOut">
              <a:rPr lang="en-US" dirty="0"/>
              <a:t>8/25/2025</a:t>
            </a:fld>
            <a:endParaRPr lang="en-US" dirty="0"/>
          </a:p>
        </p:txBody>
      </p:sp>
      <p:sp>
        <p:nvSpPr>
          <p:cNvPr id="5" name="Footer Placeholder 4">
            <a:extLst>
              <a:ext uri="{FF2B5EF4-FFF2-40B4-BE49-F238E27FC236}">
                <a16:creationId xmlns:a16="http://schemas.microsoft.com/office/drawing/2014/main" id="{D6389830-A1B7-484B-832C-F64A558BDFE7}"/>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74A8F727-72C8-47A9-8E54-AD84590286F9}"/>
              </a:ext>
            </a:extLst>
          </p:cNvPr>
          <p:cNvSpPr>
            <a:spLocks noGrp="1"/>
          </p:cNvSpPr>
          <p:nvPr>
            <p:ph type="sldNum" sz="quarter" idx="12"/>
          </p:nvPr>
        </p:nvSpPr>
        <p:spPr/>
        <p:txBody>
          <a:bodyPr/>
          <a:lstStyle/>
          <a:p>
            <a:fld id="{196A61CA-0502-4EE4-9724-96EA822543E5}" type="slidenum">
              <a:rPr lang="en-US" dirty="0"/>
              <a:t>‹#›</a:t>
            </a:fld>
            <a:endParaRPr lang="en-US" dirty="0"/>
          </a:p>
        </p:txBody>
      </p:sp>
      <p:cxnSp>
        <p:nvCxnSpPr>
          <p:cNvPr id="7" name="Straight Connector 6">
            <a:extLst>
              <a:ext uri="{FF2B5EF4-FFF2-40B4-BE49-F238E27FC236}">
                <a16:creationId xmlns:a16="http://schemas.microsoft.com/office/drawing/2014/main" id="{AEED5540-64E5-4258-ABA4-753F07B71B38}"/>
              </a:ext>
            </a:extLst>
          </p:cNvPr>
          <p:cNvCxnSpPr>
            <a:cxnSpLocks/>
          </p:cNvCxnSpPr>
          <p:nvPr/>
        </p:nvCxnSpPr>
        <p:spPr>
          <a:xfrm>
            <a:off x="1143001" y="4571506"/>
            <a:ext cx="728366"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79149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EF94C-BCB1-4F4C-AF70-DD2A5C4E3318}"/>
              </a:ext>
            </a:extLst>
          </p:cNvPr>
          <p:cNvSpPr>
            <a:spLocks noGrp="1"/>
          </p:cNvSpPr>
          <p:nvPr>
            <p:ph type="title"/>
          </p:nvPr>
        </p:nvSpPr>
        <p:spPr>
          <a:xfrm>
            <a:off x="1072174" y="1045446"/>
            <a:ext cx="6928826" cy="857559"/>
          </a:xfrm>
        </p:spPr>
        <p:txBody>
          <a:bodyPr anchor="b"/>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8A909B75-A057-44B5-872F-DF01BDC8EA07}"/>
              </a:ext>
            </a:extLst>
          </p:cNvPr>
          <p:cNvSpPr>
            <a:spLocks noGrp="1"/>
          </p:cNvSpPr>
          <p:nvPr>
            <p:ph idx="1"/>
          </p:nvPr>
        </p:nvSpPr>
        <p:spPr>
          <a:xfrm>
            <a:off x="1072174" y="2286000"/>
            <a:ext cx="6928826" cy="3810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806260C-3219-4812-88F2-3162D37F293B}"/>
              </a:ext>
            </a:extLst>
          </p:cNvPr>
          <p:cNvSpPr>
            <a:spLocks noGrp="1"/>
          </p:cNvSpPr>
          <p:nvPr>
            <p:ph type="dt" sz="half" idx="10"/>
          </p:nvPr>
        </p:nvSpPr>
        <p:spPr/>
        <p:txBody>
          <a:bodyPr/>
          <a:lstStyle/>
          <a:p>
            <a:fld id="{A3C9FAAF-C467-4C93-8ECD-39AF5A14D498}" type="datetimeFigureOut">
              <a:rPr lang="en-US" dirty="0"/>
              <a:t>8/25/2025</a:t>
            </a:fld>
            <a:endParaRPr lang="en-US" dirty="0"/>
          </a:p>
        </p:txBody>
      </p:sp>
      <p:sp>
        <p:nvSpPr>
          <p:cNvPr id="5" name="Footer Placeholder 4">
            <a:extLst>
              <a:ext uri="{FF2B5EF4-FFF2-40B4-BE49-F238E27FC236}">
                <a16:creationId xmlns:a16="http://schemas.microsoft.com/office/drawing/2014/main" id="{F2762B73-9C01-4BE3-A199-782BE6EBA6E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A761492-EB56-4454-9D2A-8BB94AACB899}"/>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4159215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980A128-A52A-402C-865B-1BF08D7F0458}"/>
              </a:ext>
            </a:extLst>
          </p:cNvPr>
          <p:cNvSpPr/>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3E900447-3778-4AB7-ACB3-7C2313FE9A47}"/>
              </a:ext>
            </a:extLst>
          </p:cNvPr>
          <p:cNvSpPr>
            <a:spLocks noGrp="1"/>
          </p:cNvSpPr>
          <p:nvPr>
            <p:ph type="title"/>
          </p:nvPr>
        </p:nvSpPr>
        <p:spPr>
          <a:xfrm>
            <a:off x="1066309" y="1287554"/>
            <a:ext cx="6213722" cy="3113064"/>
          </a:xfrm>
        </p:spPr>
        <p:txBody>
          <a:bodyPr anchor="t"/>
          <a:lstStyle>
            <a:lvl1pPr>
              <a:defRPr sz="5867"/>
            </a:lvl1pPr>
          </a:lstStyle>
          <a:p>
            <a:r>
              <a:rPr lang="en-US" dirty="0"/>
              <a:t>Click to edit Master title style</a:t>
            </a:r>
          </a:p>
        </p:txBody>
      </p:sp>
      <p:sp>
        <p:nvSpPr>
          <p:cNvPr id="3" name="Text Placeholder 2">
            <a:extLst>
              <a:ext uri="{FF2B5EF4-FFF2-40B4-BE49-F238E27FC236}">
                <a16:creationId xmlns:a16="http://schemas.microsoft.com/office/drawing/2014/main" id="{F9B910C9-BA3C-4D31-9C62-2C2408591FF2}"/>
              </a:ext>
            </a:extLst>
          </p:cNvPr>
          <p:cNvSpPr>
            <a:spLocks noGrp="1"/>
          </p:cNvSpPr>
          <p:nvPr>
            <p:ph type="body" idx="1"/>
          </p:nvPr>
        </p:nvSpPr>
        <p:spPr>
          <a:xfrm>
            <a:off x="1066308" y="4619708"/>
            <a:ext cx="5791692" cy="1476293"/>
          </a:xfrm>
        </p:spPr>
        <p:txBody>
          <a:bodyPr anchor="b">
            <a:normAutofit/>
          </a:bodyPr>
          <a:lstStyle>
            <a:lvl1pPr marL="0" indent="0">
              <a:buNone/>
              <a:defRPr sz="2400">
                <a:solidFill>
                  <a:schemeClr val="tx1">
                    <a:tint val="75000"/>
                  </a:schemeClr>
                </a:solidFill>
              </a:defRPr>
            </a:lvl1pPr>
            <a:lvl2pPr marL="609585" indent="0">
              <a:buNone/>
              <a:defRPr sz="2400">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8742E8A-6B69-406B-A3DF-0A1B76832E0A}"/>
              </a:ext>
            </a:extLst>
          </p:cNvPr>
          <p:cNvSpPr>
            <a:spLocks noGrp="1"/>
          </p:cNvSpPr>
          <p:nvPr>
            <p:ph type="dt" sz="half" idx="10"/>
          </p:nvPr>
        </p:nvSpPr>
        <p:spPr/>
        <p:txBody>
          <a:bodyPr/>
          <a:lstStyle/>
          <a:p>
            <a:fld id="{3E37E480-B2BA-4553-A144-61E7F75833ED}" type="datetimeFigureOut">
              <a:rPr lang="en-US" dirty="0"/>
              <a:t>8/25/2025</a:t>
            </a:fld>
            <a:endParaRPr lang="en-US" dirty="0"/>
          </a:p>
        </p:txBody>
      </p:sp>
      <p:sp>
        <p:nvSpPr>
          <p:cNvPr id="5" name="Footer Placeholder 4">
            <a:extLst>
              <a:ext uri="{FF2B5EF4-FFF2-40B4-BE49-F238E27FC236}">
                <a16:creationId xmlns:a16="http://schemas.microsoft.com/office/drawing/2014/main" id="{64D665CF-4461-4BB8-8F3A-ED1CB1084CA2}"/>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D4898B27-5EF3-49F4-B3CE-F3CF419AE06E}"/>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27978357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3F3BA-5AD5-4F15-97B2-E4652D1D4E15}"/>
              </a:ext>
            </a:extLst>
          </p:cNvPr>
          <p:cNvSpPr>
            <a:spLocks noGrp="1"/>
          </p:cNvSpPr>
          <p:nvPr>
            <p:ph type="title"/>
          </p:nvPr>
        </p:nvSpPr>
        <p:spPr>
          <a:xfrm>
            <a:off x="1072174" y="1013411"/>
            <a:ext cx="6928826" cy="889592"/>
          </a:xfrm>
        </p:spPr>
        <p:txBody>
          <a:bodyPr/>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7EA997B8-1FD3-40E6-A486-256EB41DB70A}"/>
              </a:ext>
            </a:extLst>
          </p:cNvPr>
          <p:cNvSpPr>
            <a:spLocks noGrp="1"/>
          </p:cNvSpPr>
          <p:nvPr>
            <p:ph sz="half" idx="1"/>
          </p:nvPr>
        </p:nvSpPr>
        <p:spPr>
          <a:xfrm>
            <a:off x="1072175" y="2135566"/>
            <a:ext cx="3371850" cy="396043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4183F4D8-AA9A-4AF7-86EA-E4D797B98CE9}"/>
              </a:ext>
            </a:extLst>
          </p:cNvPr>
          <p:cNvSpPr>
            <a:spLocks noGrp="1"/>
          </p:cNvSpPr>
          <p:nvPr>
            <p:ph sz="half" idx="2"/>
          </p:nvPr>
        </p:nvSpPr>
        <p:spPr>
          <a:xfrm>
            <a:off x="4629150" y="2135566"/>
            <a:ext cx="3371850" cy="396043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A08823E-BC08-4810-9BFF-35D2EA2AE729}"/>
              </a:ext>
            </a:extLst>
          </p:cNvPr>
          <p:cNvSpPr>
            <a:spLocks noGrp="1"/>
          </p:cNvSpPr>
          <p:nvPr>
            <p:ph type="dt" sz="half" idx="10"/>
          </p:nvPr>
        </p:nvSpPr>
        <p:spPr/>
        <p:txBody>
          <a:bodyPr/>
          <a:lstStyle/>
          <a:p>
            <a:fld id="{390E682A-6B53-4B08-AE4D-4C5E659103CC}" type="datetimeFigureOut">
              <a:rPr lang="en-US" dirty="0"/>
              <a:t>8/25/2025</a:t>
            </a:fld>
            <a:endParaRPr lang="en-US" dirty="0"/>
          </a:p>
        </p:txBody>
      </p:sp>
      <p:sp>
        <p:nvSpPr>
          <p:cNvPr id="6" name="Footer Placeholder 5">
            <a:extLst>
              <a:ext uri="{FF2B5EF4-FFF2-40B4-BE49-F238E27FC236}">
                <a16:creationId xmlns:a16="http://schemas.microsoft.com/office/drawing/2014/main" id="{2FDD2BFB-BB2C-4C4A-A6E1-DD223C2BE02F}"/>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95D369B2-12F8-4583-8A7F-523C9A3EF09B}"/>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18637764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C717F-84B9-44BA-8DD6-680394AB193E}"/>
              </a:ext>
            </a:extLst>
          </p:cNvPr>
          <p:cNvSpPr>
            <a:spLocks noGrp="1"/>
          </p:cNvSpPr>
          <p:nvPr>
            <p:ph type="title"/>
          </p:nvPr>
        </p:nvSpPr>
        <p:spPr>
          <a:xfrm>
            <a:off x="1072174" y="1079150"/>
            <a:ext cx="6928826" cy="823912"/>
          </a:xfrm>
        </p:spPr>
        <p:txBody>
          <a:bodyPr/>
          <a:lstStyle>
            <a:lvl1pPr>
              <a:defRPr>
                <a:solidFill>
                  <a:schemeClr val="tx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2A1217D6-7448-4625-964F-5D82F65F11F7}"/>
              </a:ext>
            </a:extLst>
          </p:cNvPr>
          <p:cNvSpPr>
            <a:spLocks noGrp="1"/>
          </p:cNvSpPr>
          <p:nvPr>
            <p:ph type="body" idx="1"/>
          </p:nvPr>
        </p:nvSpPr>
        <p:spPr>
          <a:xfrm>
            <a:off x="1072176" y="2013217"/>
            <a:ext cx="3371849" cy="704232"/>
          </a:xfrm>
        </p:spPr>
        <p:txBody>
          <a:bodyPr anchor="b">
            <a:normAutofit/>
          </a:bodyPr>
          <a:lstStyle>
            <a:lvl1pPr marL="0" indent="0">
              <a:lnSpc>
                <a:spcPct val="100000"/>
              </a:lnSpc>
              <a:buNone/>
              <a:defRPr sz="2400" b="0" cap="all" spc="400" baseline="0">
                <a:solidFill>
                  <a:schemeClr val="tx1"/>
                </a:solidFill>
                <a:latin typeface="+mj-lt"/>
              </a:defRPr>
            </a:lvl1pPr>
            <a:lvl2pPr marL="609585" indent="0">
              <a:buNone/>
              <a:defRPr sz="2400"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253A534C-0B54-4327-99C0-4F0019FD21F6}"/>
              </a:ext>
            </a:extLst>
          </p:cNvPr>
          <p:cNvSpPr>
            <a:spLocks noGrp="1"/>
          </p:cNvSpPr>
          <p:nvPr>
            <p:ph sz="half" idx="2"/>
          </p:nvPr>
        </p:nvSpPr>
        <p:spPr>
          <a:xfrm>
            <a:off x="1072175" y="3048000"/>
            <a:ext cx="3371850" cy="3048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89D4A63-0795-4B74-8C11-5FE7944118C7}"/>
              </a:ext>
            </a:extLst>
          </p:cNvPr>
          <p:cNvSpPr>
            <a:spLocks noGrp="1"/>
          </p:cNvSpPr>
          <p:nvPr>
            <p:ph type="body" sz="quarter" idx="3"/>
          </p:nvPr>
        </p:nvSpPr>
        <p:spPr>
          <a:xfrm>
            <a:off x="4629150" y="2013216"/>
            <a:ext cx="3371850" cy="704233"/>
          </a:xfrm>
        </p:spPr>
        <p:txBody>
          <a:bodyPr anchor="b">
            <a:normAutofit/>
          </a:bodyPr>
          <a:lstStyle>
            <a:lvl1pPr marL="0" indent="0">
              <a:lnSpc>
                <a:spcPct val="100000"/>
              </a:lnSpc>
              <a:buNone/>
              <a:defRPr sz="2400" b="0" cap="all" spc="400" baseline="0">
                <a:solidFill>
                  <a:schemeClr val="tx1"/>
                </a:solidFill>
                <a:latin typeface="+mj-lt"/>
              </a:defRPr>
            </a:lvl1pPr>
            <a:lvl2pPr marL="609585" indent="0">
              <a:buNone/>
              <a:defRPr sz="2400"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823D16F3-F747-441B-9854-27225954DEC4}"/>
              </a:ext>
            </a:extLst>
          </p:cNvPr>
          <p:cNvSpPr>
            <a:spLocks noGrp="1"/>
          </p:cNvSpPr>
          <p:nvPr>
            <p:ph sz="quarter" idx="4"/>
          </p:nvPr>
        </p:nvSpPr>
        <p:spPr>
          <a:xfrm>
            <a:off x="4629150" y="3048000"/>
            <a:ext cx="3371850" cy="3048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0E8168E2-6B97-486E-B0E4-4E7F5CDBB5B1}"/>
              </a:ext>
            </a:extLst>
          </p:cNvPr>
          <p:cNvSpPr>
            <a:spLocks noGrp="1"/>
          </p:cNvSpPr>
          <p:nvPr>
            <p:ph type="dt" sz="half" idx="10"/>
          </p:nvPr>
        </p:nvSpPr>
        <p:spPr/>
        <p:txBody>
          <a:bodyPr/>
          <a:lstStyle/>
          <a:p>
            <a:fld id="{7C69F0F6-BEBB-4894-ABB2-75C5CBE0DDB9}" type="datetimeFigureOut">
              <a:rPr lang="en-US" dirty="0"/>
              <a:t>8/25/2025</a:t>
            </a:fld>
            <a:endParaRPr lang="en-US" dirty="0"/>
          </a:p>
        </p:txBody>
      </p:sp>
      <p:sp>
        <p:nvSpPr>
          <p:cNvPr id="8" name="Footer Placeholder 7">
            <a:extLst>
              <a:ext uri="{FF2B5EF4-FFF2-40B4-BE49-F238E27FC236}">
                <a16:creationId xmlns:a16="http://schemas.microsoft.com/office/drawing/2014/main" id="{D05D3E2B-2F4E-4347-A8E9-27EB7D0359B3}"/>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DC1FC4F5-6876-414E-9E30-84706A3F528C}"/>
              </a:ext>
            </a:extLst>
          </p:cNvPr>
          <p:cNvSpPr>
            <a:spLocks noGrp="1"/>
          </p:cNvSpPr>
          <p:nvPr>
            <p:ph type="sldNum" sz="quarter" idx="12"/>
          </p:nvPr>
        </p:nvSpPr>
        <p:spPr/>
        <p:txBody>
          <a:bodyPr/>
          <a:lstStyle/>
          <a:p>
            <a:fld id="{196A61CA-0502-4EE4-9724-96EA822543E5}" type="slidenum">
              <a:rPr lang="en-US" dirty="0"/>
              <a:t>‹#›</a:t>
            </a:fld>
            <a:endParaRPr lang="en-US" dirty="0"/>
          </a:p>
        </p:txBody>
      </p:sp>
      <p:cxnSp>
        <p:nvCxnSpPr>
          <p:cNvPr id="11" name="Straight Connector 10">
            <a:extLst>
              <a:ext uri="{FF2B5EF4-FFF2-40B4-BE49-F238E27FC236}">
                <a16:creationId xmlns:a16="http://schemas.microsoft.com/office/drawing/2014/main" id="{A70D2F04-5474-46B9-B838-858CDF4AB2D2}"/>
              </a:ext>
            </a:extLst>
          </p:cNvPr>
          <p:cNvCxnSpPr>
            <a:cxnSpLocks/>
          </p:cNvCxnSpPr>
          <p:nvPr/>
        </p:nvCxnSpPr>
        <p:spPr>
          <a:xfrm>
            <a:off x="4703046" y="2876662"/>
            <a:ext cx="728366"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CADEE893-BE45-47F3-BCF0-02424B3503CC}"/>
              </a:ext>
            </a:extLst>
          </p:cNvPr>
          <p:cNvSpPr/>
          <p:nvPr/>
        </p:nvSpPr>
        <p:spPr>
          <a:xfrm>
            <a:off x="-878879" y="4592407"/>
            <a:ext cx="606197" cy="3897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a:extLst>
              <a:ext uri="{FF2B5EF4-FFF2-40B4-BE49-F238E27FC236}">
                <a16:creationId xmlns:a16="http://schemas.microsoft.com/office/drawing/2014/main" id="{3FB5178A-4501-4B56-8BF1-D083D7B021CE}"/>
              </a:ext>
            </a:extLst>
          </p:cNvPr>
          <p:cNvCxnSpPr>
            <a:cxnSpLocks/>
          </p:cNvCxnSpPr>
          <p:nvPr/>
        </p:nvCxnSpPr>
        <p:spPr>
          <a:xfrm>
            <a:off x="1143001" y="2876662"/>
            <a:ext cx="728366"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4610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2109C6-041C-42BA-B507-8EA298046EDD}"/>
              </a:ext>
            </a:extLst>
          </p:cNvPr>
          <p:cNvSpPr/>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7F7BF877-20DD-40F4-AEA8-E1B6D5350D2D}"/>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167DC874-15B5-4338-B7D1-8E393AB4C16E}"/>
              </a:ext>
            </a:extLst>
          </p:cNvPr>
          <p:cNvSpPr>
            <a:spLocks noGrp="1"/>
          </p:cNvSpPr>
          <p:nvPr>
            <p:ph type="dt" sz="half" idx="10"/>
          </p:nvPr>
        </p:nvSpPr>
        <p:spPr/>
        <p:txBody>
          <a:bodyPr/>
          <a:lstStyle/>
          <a:p>
            <a:fld id="{8B3E9E5F-17D9-4A30-9DA3-64E46A6DF111}" type="datetimeFigureOut">
              <a:rPr lang="en-US" dirty="0"/>
              <a:t>8/25/2025</a:t>
            </a:fld>
            <a:endParaRPr lang="en-US" dirty="0"/>
          </a:p>
        </p:txBody>
      </p:sp>
      <p:sp>
        <p:nvSpPr>
          <p:cNvPr id="4" name="Footer Placeholder 3">
            <a:extLst>
              <a:ext uri="{FF2B5EF4-FFF2-40B4-BE49-F238E27FC236}">
                <a16:creationId xmlns:a16="http://schemas.microsoft.com/office/drawing/2014/main" id="{7E66BAE3-24C5-483F-9141-D860A265E78D}"/>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059AEEB4-66F8-4008-B616-804FB9D91CF9}"/>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2884343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46C975-8FFB-4A4B-9213-774EE3901DE9}"/>
              </a:ext>
            </a:extLst>
          </p:cNvPr>
          <p:cNvSpPr>
            <a:spLocks noGrp="1"/>
          </p:cNvSpPr>
          <p:nvPr>
            <p:ph type="dt" sz="half" idx="10"/>
          </p:nvPr>
        </p:nvSpPr>
        <p:spPr/>
        <p:txBody>
          <a:bodyPr/>
          <a:lstStyle/>
          <a:p>
            <a:fld id="{033AC5F0-3BC3-4718-BCCA-24B5655EC864}" type="datetimeFigureOut">
              <a:rPr lang="en-US" dirty="0"/>
              <a:t>8/25/2025</a:t>
            </a:fld>
            <a:endParaRPr lang="en-US" dirty="0"/>
          </a:p>
        </p:txBody>
      </p:sp>
      <p:sp>
        <p:nvSpPr>
          <p:cNvPr id="3" name="Footer Placeholder 2">
            <a:extLst>
              <a:ext uri="{FF2B5EF4-FFF2-40B4-BE49-F238E27FC236}">
                <a16:creationId xmlns:a16="http://schemas.microsoft.com/office/drawing/2014/main" id="{4FBA744F-475D-4105-8E4A-025815549539}"/>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6F3FA64C-7966-4D6F-88D7-4B89F2A1DF2C}"/>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12402422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4ED5F-AB94-4DCF-8971-B8B2B55AF653}"/>
              </a:ext>
            </a:extLst>
          </p:cNvPr>
          <p:cNvSpPr>
            <a:spLocks noGrp="1"/>
          </p:cNvSpPr>
          <p:nvPr>
            <p:ph type="title"/>
          </p:nvPr>
        </p:nvSpPr>
        <p:spPr>
          <a:xfrm>
            <a:off x="1082805" y="1558944"/>
            <a:ext cx="2459767" cy="1864196"/>
          </a:xfrm>
        </p:spPr>
        <p:txBody>
          <a:bodyPr anchor="b"/>
          <a:lstStyle>
            <a:lvl1pPr algn="r">
              <a:defRPr sz="3733">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141EE4CB-68CF-4BF3-A891-8277AFD13D88}"/>
              </a:ext>
            </a:extLst>
          </p:cNvPr>
          <p:cNvSpPr>
            <a:spLocks noGrp="1"/>
          </p:cNvSpPr>
          <p:nvPr>
            <p:ph idx="1"/>
          </p:nvPr>
        </p:nvSpPr>
        <p:spPr>
          <a:xfrm>
            <a:off x="4000501" y="762000"/>
            <a:ext cx="4000499" cy="5334000"/>
          </a:xfrm>
        </p:spPr>
        <p:txBody>
          <a:bodyPr anchor="ctr">
            <a:normAutofit/>
          </a:bodyPr>
          <a:lstStyle>
            <a:lvl1pPr>
              <a:defRPr sz="3733">
                <a:solidFill>
                  <a:schemeClr val="tx1"/>
                </a:solidFill>
              </a:defRPr>
            </a:lvl1pPr>
            <a:lvl2pPr>
              <a:defRPr sz="3200">
                <a:solidFill>
                  <a:schemeClr val="tx1"/>
                </a:solidFill>
              </a:defRPr>
            </a:lvl2pPr>
            <a:lvl3pPr>
              <a:defRPr sz="2667">
                <a:solidFill>
                  <a:schemeClr val="tx1"/>
                </a:solidFill>
              </a:defRPr>
            </a:lvl3pPr>
            <a:lvl4pPr>
              <a:defRPr sz="2400">
                <a:solidFill>
                  <a:schemeClr val="tx1"/>
                </a:solidFill>
              </a:defRPr>
            </a:lvl4pPr>
            <a:lvl5pPr>
              <a:defRPr sz="2400">
                <a:solidFill>
                  <a:schemeClr val="tx1"/>
                </a:solidFill>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95292E72-B66D-40EE-B182-5585382A6DC9}"/>
              </a:ext>
            </a:extLst>
          </p:cNvPr>
          <p:cNvSpPr>
            <a:spLocks noGrp="1"/>
          </p:cNvSpPr>
          <p:nvPr>
            <p:ph type="body" sz="half" idx="2"/>
          </p:nvPr>
        </p:nvSpPr>
        <p:spPr>
          <a:xfrm>
            <a:off x="1082806" y="3649683"/>
            <a:ext cx="2424822" cy="1933605"/>
          </a:xfrm>
        </p:spPr>
        <p:txBody>
          <a:bodyPr/>
          <a:lstStyle>
            <a:lvl1pPr marL="0" indent="0" algn="r">
              <a:buNone/>
              <a:defRPr sz="2133">
                <a:solidFill>
                  <a:schemeClr val="tx1"/>
                </a:solidFill>
              </a:defRPr>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dirty="0"/>
              <a:t>Click to edit Master text styles</a:t>
            </a:r>
          </a:p>
        </p:txBody>
      </p:sp>
      <p:sp>
        <p:nvSpPr>
          <p:cNvPr id="5" name="Date Placeholder 4">
            <a:extLst>
              <a:ext uri="{FF2B5EF4-FFF2-40B4-BE49-F238E27FC236}">
                <a16:creationId xmlns:a16="http://schemas.microsoft.com/office/drawing/2014/main" id="{ED73B694-B050-45F3-AE6F-A86A129F1C64}"/>
              </a:ext>
            </a:extLst>
          </p:cNvPr>
          <p:cNvSpPr>
            <a:spLocks noGrp="1"/>
          </p:cNvSpPr>
          <p:nvPr>
            <p:ph type="dt" sz="half" idx="10"/>
          </p:nvPr>
        </p:nvSpPr>
        <p:spPr/>
        <p:txBody>
          <a:bodyPr/>
          <a:lstStyle/>
          <a:p>
            <a:fld id="{9EB8BD81-465B-40F2-9A54-9DF3B12AF598}" type="datetimeFigureOut">
              <a:rPr lang="en-US" dirty="0"/>
              <a:t>8/25/2025</a:t>
            </a:fld>
            <a:endParaRPr lang="en-US" dirty="0"/>
          </a:p>
        </p:txBody>
      </p:sp>
      <p:sp>
        <p:nvSpPr>
          <p:cNvPr id="6" name="Footer Placeholder 5">
            <a:extLst>
              <a:ext uri="{FF2B5EF4-FFF2-40B4-BE49-F238E27FC236}">
                <a16:creationId xmlns:a16="http://schemas.microsoft.com/office/drawing/2014/main" id="{7E8AE423-9CA5-46B3-96B1-7586AD02080D}"/>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014B973D-F1F7-47BC-996D-6100B7C89520}"/>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2457117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E9949-4A1F-4DA9-9B75-A6180F954B8D}"/>
              </a:ext>
            </a:extLst>
          </p:cNvPr>
          <p:cNvSpPr>
            <a:spLocks noGrp="1"/>
          </p:cNvSpPr>
          <p:nvPr>
            <p:ph type="title"/>
          </p:nvPr>
        </p:nvSpPr>
        <p:spPr>
          <a:xfrm>
            <a:off x="1075157" y="1383126"/>
            <a:ext cx="2467415" cy="2045874"/>
          </a:xfrm>
        </p:spPr>
        <p:txBody>
          <a:bodyPr anchor="b"/>
          <a:lstStyle>
            <a:lvl1pPr algn="r">
              <a:defRPr sz="3733">
                <a:solidFill>
                  <a:schemeClr val="tx1"/>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79A8D794-C670-4569-93D9-0FF8B35AA7AE}"/>
              </a:ext>
            </a:extLst>
          </p:cNvPr>
          <p:cNvSpPr>
            <a:spLocks noGrp="1" noChangeAspect="1"/>
          </p:cNvSpPr>
          <p:nvPr>
            <p:ph type="pic" idx="1"/>
          </p:nvPr>
        </p:nvSpPr>
        <p:spPr>
          <a:xfrm>
            <a:off x="4000501" y="762000"/>
            <a:ext cx="4000499" cy="5334000"/>
          </a:xfrm>
        </p:spPr>
        <p:txBody>
          <a:bodyPr anchor="t"/>
          <a:lstStyle>
            <a:lvl1pPr marL="0" indent="0">
              <a:buNone/>
              <a:defRPr sz="4267">
                <a:solidFill>
                  <a:schemeClr val="tx1"/>
                </a:solidFill>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endParaRPr lang="en-US" dirty="0"/>
          </a:p>
        </p:txBody>
      </p:sp>
      <p:sp>
        <p:nvSpPr>
          <p:cNvPr id="4" name="Text Placeholder 3">
            <a:extLst>
              <a:ext uri="{FF2B5EF4-FFF2-40B4-BE49-F238E27FC236}">
                <a16:creationId xmlns:a16="http://schemas.microsoft.com/office/drawing/2014/main" id="{A92486F6-AE67-4B34-B8E2-0B7576DC2E3A}"/>
              </a:ext>
            </a:extLst>
          </p:cNvPr>
          <p:cNvSpPr>
            <a:spLocks noGrp="1"/>
          </p:cNvSpPr>
          <p:nvPr>
            <p:ph type="body" sz="half" idx="2"/>
          </p:nvPr>
        </p:nvSpPr>
        <p:spPr>
          <a:xfrm>
            <a:off x="1075158" y="3649683"/>
            <a:ext cx="2432469" cy="1684317"/>
          </a:xfrm>
        </p:spPr>
        <p:txBody>
          <a:bodyPr/>
          <a:lstStyle>
            <a:lvl1pPr marL="0" indent="0" algn="r">
              <a:buNone/>
              <a:defRPr sz="2133">
                <a:solidFill>
                  <a:schemeClr val="tx1"/>
                </a:solidFill>
              </a:defRPr>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dirty="0"/>
              <a:t>Click to edit Master text styles</a:t>
            </a:r>
          </a:p>
        </p:txBody>
      </p:sp>
      <p:sp>
        <p:nvSpPr>
          <p:cNvPr id="5" name="Date Placeholder 4">
            <a:extLst>
              <a:ext uri="{FF2B5EF4-FFF2-40B4-BE49-F238E27FC236}">
                <a16:creationId xmlns:a16="http://schemas.microsoft.com/office/drawing/2014/main" id="{B198B11C-BB63-49A6-B488-29D4FBF8E107}"/>
              </a:ext>
            </a:extLst>
          </p:cNvPr>
          <p:cNvSpPr>
            <a:spLocks noGrp="1"/>
          </p:cNvSpPr>
          <p:nvPr>
            <p:ph type="dt" sz="half" idx="10"/>
          </p:nvPr>
        </p:nvSpPr>
        <p:spPr/>
        <p:txBody>
          <a:bodyPr/>
          <a:lstStyle/>
          <a:p>
            <a:fld id="{F04B3CEF-64EF-4C43-9530-8E9CBFD2CAD1}" type="datetimeFigureOut">
              <a:rPr lang="en-US" dirty="0"/>
              <a:t>8/25/2025</a:t>
            </a:fld>
            <a:endParaRPr lang="en-US" dirty="0"/>
          </a:p>
        </p:txBody>
      </p:sp>
      <p:sp>
        <p:nvSpPr>
          <p:cNvPr id="6" name="Footer Placeholder 5">
            <a:extLst>
              <a:ext uri="{FF2B5EF4-FFF2-40B4-BE49-F238E27FC236}">
                <a16:creationId xmlns:a16="http://schemas.microsoft.com/office/drawing/2014/main" id="{324B9166-6D36-4F0A-9ADD-33D49A0C3A57}"/>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6FB22B8F-7760-41B3-9053-DD90255B9EEE}"/>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3279448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8A5DE-E5C6-4DB9-AD28-8F1EAC6F5513}"/>
              </a:ext>
            </a:extLst>
          </p:cNvPr>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4363E08E-9B2D-4740-9AC6-D5E1CFB95FC6}"/>
              </a:ext>
            </a:extLst>
          </p:cNvPr>
          <p:cNvSpPr>
            <a:spLocks noGrp="1"/>
          </p:cNvSpPr>
          <p:nvPr>
            <p:ph type="body" orient="vert" idx="1"/>
          </p:nvPr>
        </p:nvSpPr>
        <p:spPr>
          <a:xfrm>
            <a:off x="1072174" y="2229958"/>
            <a:ext cx="6928826" cy="3866043"/>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E4E3736-E8AA-4F58-9D3A-27050B287F9D}"/>
              </a:ext>
            </a:extLst>
          </p:cNvPr>
          <p:cNvSpPr>
            <a:spLocks noGrp="1"/>
          </p:cNvSpPr>
          <p:nvPr>
            <p:ph type="dt" sz="half" idx="10"/>
          </p:nvPr>
        </p:nvSpPr>
        <p:spPr/>
        <p:txBody>
          <a:bodyPr/>
          <a:lstStyle/>
          <a:p>
            <a:fld id="{2A1F5BA7-0A17-4D30-9B66-E29324151C73}" type="datetimeFigureOut">
              <a:rPr lang="en-US" dirty="0"/>
              <a:t>8/25/2025</a:t>
            </a:fld>
            <a:endParaRPr lang="en-US" dirty="0"/>
          </a:p>
        </p:txBody>
      </p:sp>
      <p:sp>
        <p:nvSpPr>
          <p:cNvPr id="5" name="Footer Placeholder 4">
            <a:extLst>
              <a:ext uri="{FF2B5EF4-FFF2-40B4-BE49-F238E27FC236}">
                <a16:creationId xmlns:a16="http://schemas.microsoft.com/office/drawing/2014/main" id="{1DE95E84-15BC-478B-9DAB-15025867BB9C}"/>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63E9D98F-E0A8-4254-A957-7F17811D017E}"/>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3359570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DE70F5-2276-4F91-9FC2-8DA4B528814A}"/>
              </a:ext>
            </a:extLst>
          </p:cNvPr>
          <p:cNvSpPr>
            <a:spLocks noGrp="1"/>
          </p:cNvSpPr>
          <p:nvPr>
            <p:ph type="title" orient="vert"/>
          </p:nvPr>
        </p:nvSpPr>
        <p:spPr>
          <a:xfrm>
            <a:off x="6858000" y="1467700"/>
            <a:ext cx="1318846" cy="4628301"/>
          </a:xfrm>
        </p:spPr>
        <p:txBody>
          <a:bodyPr vert="eaVert"/>
          <a:lstStyle>
            <a:lvl1pPr>
              <a:defRPr>
                <a:solidFill>
                  <a:schemeClr val="tx1"/>
                </a:solidFill>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D21856C5-C2FD-45E4-A631-AC06B5495BEA}"/>
              </a:ext>
            </a:extLst>
          </p:cNvPr>
          <p:cNvSpPr>
            <a:spLocks noGrp="1"/>
          </p:cNvSpPr>
          <p:nvPr>
            <p:ph type="body" orient="vert" idx="1"/>
          </p:nvPr>
        </p:nvSpPr>
        <p:spPr>
          <a:xfrm>
            <a:off x="886735" y="1467700"/>
            <a:ext cx="5879534" cy="4628301"/>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EE336EA-B6DD-4115-9C67-79A24C866ED4}"/>
              </a:ext>
            </a:extLst>
          </p:cNvPr>
          <p:cNvSpPr>
            <a:spLocks noGrp="1"/>
          </p:cNvSpPr>
          <p:nvPr>
            <p:ph type="dt" sz="half" idx="10"/>
          </p:nvPr>
        </p:nvSpPr>
        <p:spPr/>
        <p:txBody>
          <a:bodyPr/>
          <a:lstStyle/>
          <a:p>
            <a:fld id="{76BEBB1B-D40A-4DB9-B3DE-BAAE675B83CD}" type="datetimeFigureOut">
              <a:rPr lang="en-US" dirty="0"/>
              <a:t>8/25/2025</a:t>
            </a:fld>
            <a:endParaRPr lang="en-US" dirty="0"/>
          </a:p>
        </p:txBody>
      </p:sp>
      <p:sp>
        <p:nvSpPr>
          <p:cNvPr id="5" name="Footer Placeholder 4">
            <a:extLst>
              <a:ext uri="{FF2B5EF4-FFF2-40B4-BE49-F238E27FC236}">
                <a16:creationId xmlns:a16="http://schemas.microsoft.com/office/drawing/2014/main" id="{C2EA668B-1DAB-449C-9BA4-7B1572A22BAC}"/>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E8C6567E-119D-4C98-93FF-73A332803A13}"/>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2051747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84152A-7FE0-4708-B7C1-DBEC8F133766}"/>
              </a:ext>
            </a:extLst>
          </p:cNvPr>
          <p:cNvSpPr>
            <a:spLocks noGrp="1"/>
          </p:cNvSpPr>
          <p:nvPr>
            <p:ph type="title"/>
          </p:nvPr>
        </p:nvSpPr>
        <p:spPr>
          <a:xfrm>
            <a:off x="1072174" y="1041622"/>
            <a:ext cx="6928826" cy="861383"/>
          </a:xfrm>
          <a:prstGeom prst="rect">
            <a:avLst/>
          </a:prstGeom>
        </p:spPr>
        <p:txBody>
          <a:bodyPr vert="horz" lIns="91440" tIns="45720" rIns="91440" bIns="45720" rtlCol="0" anchor="b">
            <a:noAutofit/>
          </a:bodyPr>
          <a:lstStyle/>
          <a:p>
            <a:r>
              <a:rPr lang="en-US" dirty="0"/>
              <a:t>Click to edit Master title style</a:t>
            </a:r>
          </a:p>
        </p:txBody>
      </p:sp>
      <p:sp>
        <p:nvSpPr>
          <p:cNvPr id="3" name="Text Placeholder 2">
            <a:extLst>
              <a:ext uri="{FF2B5EF4-FFF2-40B4-BE49-F238E27FC236}">
                <a16:creationId xmlns:a16="http://schemas.microsoft.com/office/drawing/2014/main" id="{B911AB53-BAF9-439D-9451-47193CF2FF8E}"/>
              </a:ext>
            </a:extLst>
          </p:cNvPr>
          <p:cNvSpPr>
            <a:spLocks noGrp="1"/>
          </p:cNvSpPr>
          <p:nvPr>
            <p:ph type="body" idx="1"/>
          </p:nvPr>
        </p:nvSpPr>
        <p:spPr>
          <a:xfrm>
            <a:off x="1072174" y="2286000"/>
            <a:ext cx="6928826" cy="381000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FB96D9F-562A-496F-A530-A561994DC5EF}"/>
              </a:ext>
            </a:extLst>
          </p:cNvPr>
          <p:cNvSpPr>
            <a:spLocks noGrp="1"/>
          </p:cNvSpPr>
          <p:nvPr>
            <p:ph type="dt" sz="half" idx="2"/>
          </p:nvPr>
        </p:nvSpPr>
        <p:spPr>
          <a:xfrm rot="5400000">
            <a:off x="7519154" y="4936959"/>
            <a:ext cx="2673295" cy="273844"/>
          </a:xfrm>
          <a:prstGeom prst="rect">
            <a:avLst/>
          </a:prstGeom>
        </p:spPr>
        <p:txBody>
          <a:bodyPr vert="horz" lIns="91440" tIns="45720" rIns="91440" bIns="45720" rtlCol="0" anchor="ctr"/>
          <a:lstStyle>
            <a:lvl1pPr algn="l">
              <a:defRPr sz="933" b="1" cap="all" spc="400" baseline="0">
                <a:solidFill>
                  <a:schemeClr val="tx1"/>
                </a:solidFill>
              </a:defRPr>
            </a:lvl1pPr>
          </a:lstStyle>
          <a:p>
            <a:fld id="{B70A3DFD-A535-46B2-84C1-61DC8B16A904}" type="datetimeFigureOut">
              <a:rPr lang="en-US" dirty="0"/>
              <a:t>8/25/2025</a:t>
            </a:fld>
            <a:endParaRPr lang="en-US" dirty="0"/>
          </a:p>
        </p:txBody>
      </p:sp>
      <p:sp>
        <p:nvSpPr>
          <p:cNvPr id="5" name="Footer Placeholder 4">
            <a:extLst>
              <a:ext uri="{FF2B5EF4-FFF2-40B4-BE49-F238E27FC236}">
                <a16:creationId xmlns:a16="http://schemas.microsoft.com/office/drawing/2014/main" id="{CC3060FE-AAC3-4FAE-9EB4-BCAE72D95670}"/>
              </a:ext>
            </a:extLst>
          </p:cNvPr>
          <p:cNvSpPr>
            <a:spLocks noGrp="1"/>
          </p:cNvSpPr>
          <p:nvPr>
            <p:ph type="ftr" sz="quarter" idx="3"/>
          </p:nvPr>
        </p:nvSpPr>
        <p:spPr>
          <a:xfrm rot="5400000">
            <a:off x="7521088" y="1655534"/>
            <a:ext cx="2669427" cy="273844"/>
          </a:xfrm>
          <a:prstGeom prst="rect">
            <a:avLst/>
          </a:prstGeom>
        </p:spPr>
        <p:txBody>
          <a:bodyPr vert="horz" lIns="91440" tIns="45720" rIns="91440" bIns="45720" rtlCol="0" anchor="ctr"/>
          <a:lstStyle>
            <a:lvl1pPr algn="r">
              <a:defRPr sz="933" b="1" cap="all" spc="400" baseline="0">
                <a:solidFill>
                  <a:schemeClr val="tx1"/>
                </a:solidFill>
              </a:defRPr>
            </a:lvl1pPr>
          </a:lstStyle>
          <a:p>
            <a:r>
              <a:rPr lang="en-US" dirty="0"/>
              <a:t>
              </a:t>
            </a:r>
          </a:p>
        </p:txBody>
      </p:sp>
      <p:sp>
        <p:nvSpPr>
          <p:cNvPr id="6" name="Slide Number Placeholder 5">
            <a:extLst>
              <a:ext uri="{FF2B5EF4-FFF2-40B4-BE49-F238E27FC236}">
                <a16:creationId xmlns:a16="http://schemas.microsoft.com/office/drawing/2014/main" id="{4777EDB2-8F31-42FA-B253-62D241466385}"/>
              </a:ext>
            </a:extLst>
          </p:cNvPr>
          <p:cNvSpPr>
            <a:spLocks noGrp="1"/>
          </p:cNvSpPr>
          <p:nvPr>
            <p:ph type="sldNum" sz="quarter" idx="4"/>
          </p:nvPr>
        </p:nvSpPr>
        <p:spPr>
          <a:xfrm>
            <a:off x="8619681" y="3219853"/>
            <a:ext cx="472240" cy="429830"/>
          </a:xfrm>
          <a:prstGeom prst="rect">
            <a:avLst/>
          </a:prstGeom>
        </p:spPr>
        <p:txBody>
          <a:bodyPr vert="horz" lIns="91440" tIns="45720" rIns="91440" bIns="45720" rtlCol="0" anchor="ctr"/>
          <a:lstStyle>
            <a:lvl1pPr algn="ctr">
              <a:defRPr sz="2133" b="1">
                <a:solidFill>
                  <a:schemeClr val="tx1">
                    <a:tint val="75000"/>
                  </a:schemeClr>
                </a:solidFill>
                <a:latin typeface="+mj-lt"/>
              </a:defRPr>
            </a:lvl1pPr>
          </a:lstStyle>
          <a:p>
            <a:fld id="{196A61CA-0502-4EE4-9724-96EA822543E5}" type="slidenum">
              <a:rPr lang="en-US" dirty="0"/>
              <a:t>‹#›</a:t>
            </a:fld>
            <a:endParaRPr lang="en-US" dirty="0"/>
          </a:p>
        </p:txBody>
      </p:sp>
    </p:spTree>
    <p:extLst>
      <p:ext uri="{BB962C8B-B14F-4D97-AF65-F5344CB8AC3E}">
        <p14:creationId xmlns:p14="http://schemas.microsoft.com/office/powerpoint/2010/main" val="97300046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120000"/>
        </a:lnSpc>
        <a:spcBef>
          <a:spcPct val="0"/>
        </a:spcBef>
        <a:buNone/>
        <a:defRPr sz="2800" b="1" kern="1200" cap="all" spc="600" baseline="0">
          <a:solidFill>
            <a:schemeClr val="tx1"/>
          </a:solidFill>
          <a:latin typeface="+mj-lt"/>
          <a:ea typeface="+mj-ea"/>
          <a:cs typeface="+mj-cs"/>
        </a:defRPr>
      </a:lvl1pPr>
    </p:titleStyle>
    <p:bodyStyle>
      <a:lvl1pPr marL="274320" indent="-274320" algn="l" defTabSz="914400" rtl="0" eaLnBrk="1" latinLnBrk="0" hangingPunct="1">
        <a:lnSpc>
          <a:spcPct val="130000"/>
        </a:lnSpc>
        <a:spcBef>
          <a:spcPts val="1000"/>
        </a:spcBef>
        <a:buSzPct val="85000"/>
        <a:buFont typeface="Arial" panose="020B0604020202020204" pitchFamily="34" charset="0"/>
        <a:buChar char="•"/>
        <a:defRPr sz="1800" kern="1200">
          <a:solidFill>
            <a:schemeClr val="tx1"/>
          </a:solidFill>
          <a:latin typeface="+mn-lt"/>
          <a:ea typeface="+mn-ea"/>
          <a:cs typeface="+mn-cs"/>
        </a:defRPr>
      </a:lvl1pPr>
      <a:lvl2pPr marL="274320" indent="0" algn="l" defTabSz="914400" rtl="0" eaLnBrk="1" latinLnBrk="0" hangingPunct="1">
        <a:lnSpc>
          <a:spcPct val="130000"/>
        </a:lnSpc>
        <a:spcBef>
          <a:spcPts val="500"/>
        </a:spcBef>
        <a:buSzPct val="85000"/>
        <a:buFontTx/>
        <a:buNone/>
        <a:defRPr sz="1600" b="1" kern="1200">
          <a:solidFill>
            <a:schemeClr val="tx1"/>
          </a:solidFill>
          <a:latin typeface="+mn-lt"/>
          <a:ea typeface="+mn-ea"/>
          <a:cs typeface="+mn-cs"/>
        </a:defRPr>
      </a:lvl2pPr>
      <a:lvl3pPr marL="457200" indent="-182880" algn="l" defTabSz="914400" rtl="0" eaLnBrk="1" latinLnBrk="0" hangingPunct="1">
        <a:lnSpc>
          <a:spcPct val="130000"/>
        </a:lnSpc>
        <a:spcBef>
          <a:spcPts val="500"/>
        </a:spcBef>
        <a:buSzPct val="85000"/>
        <a:buFont typeface="Arial" panose="020B0604020202020204" pitchFamily="34" charset="0"/>
        <a:buChar char="•"/>
        <a:defRPr sz="1400" kern="1200">
          <a:solidFill>
            <a:schemeClr val="tx1"/>
          </a:solidFill>
          <a:latin typeface="+mn-lt"/>
          <a:ea typeface="+mn-ea"/>
          <a:cs typeface="+mn-cs"/>
        </a:defRPr>
      </a:lvl3pPr>
      <a:lvl4pPr marL="466344" indent="0" algn="l" defTabSz="914400" rtl="0" eaLnBrk="1" latinLnBrk="0" hangingPunct="1">
        <a:lnSpc>
          <a:spcPct val="130000"/>
        </a:lnSpc>
        <a:spcBef>
          <a:spcPts val="500"/>
        </a:spcBef>
        <a:buSzPct val="85000"/>
        <a:buFontTx/>
        <a:buNone/>
        <a:defRPr sz="1200" b="1" kern="1200">
          <a:solidFill>
            <a:schemeClr val="tx1"/>
          </a:solidFill>
          <a:latin typeface="+mn-lt"/>
          <a:ea typeface="+mn-ea"/>
          <a:cs typeface="+mn-cs"/>
        </a:defRPr>
      </a:lvl4pPr>
      <a:lvl5pPr marL="640080" indent="-182880" algn="l" defTabSz="914400" rtl="0" eaLnBrk="1" latinLnBrk="0" hangingPunct="1">
        <a:lnSpc>
          <a:spcPct val="130000"/>
        </a:lnSpc>
        <a:spcBef>
          <a:spcPts val="500"/>
        </a:spcBef>
        <a:buSzPct val="85000"/>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0" userDrawn="1">
          <p15:clr>
            <a:srgbClr val="F26B43"/>
          </p15:clr>
        </p15:guide>
        <p15:guide id="2" pos="2880" userDrawn="1">
          <p15:clr>
            <a:srgbClr val="F26B43"/>
          </p15:clr>
        </p15:guide>
        <p15:guide id="3" pos="5400" userDrawn="1">
          <p15:clr>
            <a:srgbClr val="F26B43"/>
          </p15:clr>
        </p15:guide>
        <p15:guide id="4" pos="5040" userDrawn="1">
          <p15:clr>
            <a:srgbClr val="F26B43"/>
          </p15:clr>
        </p15:guide>
        <p15:guide id="16" pos="360" userDrawn="1">
          <p15:clr>
            <a:srgbClr val="F26B43"/>
          </p15:clr>
        </p15:guide>
        <p15:guide id="23" orient="horz"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hyperlink" Target="https://www.researchgate.net/publication/334736907_Adagrad_-_An_Optimizer_for_Stochastic_Gradient_Descent" TargetMode="External"/><Relationship Id="rId3" Type="http://schemas.openxmlformats.org/officeDocument/2006/relationships/hyperlink" Target="https://dl.acm.org/doi/10.1145/3133956.3133982" TargetMode="External"/><Relationship Id="rId7" Type="http://schemas.openxmlformats.org/officeDocument/2006/relationships/hyperlink" Target="https://wires.onlinelibrary.wiley.com/doi/abs/10.1002/widm.1443" TargetMode="External"/><Relationship Id="rId2" Type="http://schemas.openxmlformats.org/officeDocument/2006/relationships/hyperlink" Target="https://arxiv.org/abs/1602.05629" TargetMode="External"/><Relationship Id="rId1" Type="http://schemas.openxmlformats.org/officeDocument/2006/relationships/slideLayout" Target="../slideLayouts/slideLayout2.xml"/><Relationship Id="rId6" Type="http://schemas.openxmlformats.org/officeDocument/2006/relationships/hyperlink" Target="https://www.nowpublishers.com/article/DownloadSummary/MAL-083" TargetMode="External"/><Relationship Id="rId5" Type="http://schemas.openxmlformats.org/officeDocument/2006/relationships/hyperlink" Target="https://ieeexplore.ieee.org/document/9378161/" TargetMode="External"/><Relationship Id="rId4" Type="http://schemas.openxmlformats.org/officeDocument/2006/relationships/hyperlink" Target="https://arxiv.org/abs/1905.06731" TargetMode="External"/><Relationship Id="rId9" Type="http://schemas.openxmlformats.org/officeDocument/2006/relationships/hyperlink" Target="https://www.mdpi.com/1999-5903/16/11/415" TargetMode="External"/></Relationships>
</file>

<file path=ppt/slides/_rels/slide44.xml.rels><?xml version="1.0" encoding="UTF-8" standalone="yes"?>
<Relationships xmlns="http://schemas.openxmlformats.org/package/2006/relationships"><Relationship Id="rId8" Type="http://schemas.openxmlformats.org/officeDocument/2006/relationships/hyperlink" Target="https://ieeexplore.ieee.org/document/9378161/" TargetMode="External"/><Relationship Id="rId3" Type="http://schemas.openxmlformats.org/officeDocument/2006/relationships/hyperlink" Target="https://openreview.net/forum?id=B7v4QMR6Z9w" TargetMode="External"/><Relationship Id="rId7" Type="http://schemas.openxmlformats.org/officeDocument/2006/relationships/hyperlink" Target="https://arxiv.org/pdf/2211.14952" TargetMode="External"/><Relationship Id="rId2" Type="http://schemas.openxmlformats.org/officeDocument/2006/relationships/hyperlink" Target="https://www.nowpublishers.com/article/DownloadSummary/MAL-083" TargetMode="External"/><Relationship Id="rId1" Type="http://schemas.openxmlformats.org/officeDocument/2006/relationships/slideLayout" Target="../slideLayouts/slideLayout2.xml"/><Relationship Id="rId6" Type="http://schemas.openxmlformats.org/officeDocument/2006/relationships/hyperlink" Target="https://arxiv.org/abs/2203.13789" TargetMode="External"/><Relationship Id="rId11" Type="http://schemas.openxmlformats.org/officeDocument/2006/relationships/hyperlink" Target="https://dl.acm.org/doi/pdf/10.1145/3286490.3286559" TargetMode="External"/><Relationship Id="rId5" Type="http://schemas.openxmlformats.org/officeDocument/2006/relationships/hyperlink" Target="https://arxiv.org/abs/2102.07623" TargetMode="External"/><Relationship Id="rId10" Type="http://schemas.openxmlformats.org/officeDocument/2006/relationships/hyperlink" Target="https://pmc.ncbi.nlm.nih.gov/articles/PMC10897620/" TargetMode="External"/><Relationship Id="rId4" Type="http://schemas.openxmlformats.org/officeDocument/2006/relationships/hyperlink" Target="https://proceedings.mlr.press/v151/jin22a.html" TargetMode="External"/><Relationship Id="rId9" Type="http://schemas.openxmlformats.org/officeDocument/2006/relationships/hyperlink" Target="https://wires.onlinelibrary.wiley.com/doi/abs/10.1002/widm.1443" TargetMode="External"/></Relationships>
</file>

<file path=ppt/slides/_rels/slide45.xml.rels><?xml version="1.0" encoding="UTF-8" standalone="yes"?>
<Relationships xmlns="http://schemas.openxmlformats.org/package/2006/relationships"><Relationship Id="rId8" Type="http://schemas.openxmlformats.org/officeDocument/2006/relationships/hyperlink" Target="https://arxiv.org/abs/2401.00809" TargetMode="External"/><Relationship Id="rId3" Type="http://schemas.openxmlformats.org/officeDocument/2006/relationships/hyperlink" Target="https://www.researchgate.net/publication/355301206_Federated_reinforcement_learning_techniques_applications_and_open_challenges" TargetMode="External"/><Relationship Id="rId7" Type="http://schemas.openxmlformats.org/officeDocument/2006/relationships/hyperlink" Target="https://www.mdpi.com/2076-3417/14/1/101" TargetMode="External"/><Relationship Id="rId2" Type="http://schemas.openxmlformats.org/officeDocument/2006/relationships/hyperlink" Target="https://www.edps.europa.eu/data-protection/our-work/publications/techdispatch/2025-06-10-techdispatch-12025-federated-learning_en" TargetMode="External"/><Relationship Id="rId1" Type="http://schemas.openxmlformats.org/officeDocument/2006/relationships/slideLayout" Target="../slideLayouts/slideLayout2.xml"/><Relationship Id="rId6" Type="http://schemas.openxmlformats.org/officeDocument/2006/relationships/hyperlink" Target="https://www.researchgate.net/publication/387910252_Privacy-Preserving_Federated_Learning_for_Healthcare_A_Synergistic_Approach_using_Differential_Privacy_and_Homomorphic_Encryption" TargetMode="External"/><Relationship Id="rId5" Type="http://schemas.openxmlformats.org/officeDocument/2006/relationships/hyperlink" Target="https://www.researchgate.net/post/What_are_the_best_ways_to_deal_with_the_problem_of_federated_learning_heterogeneity" TargetMode="External"/><Relationship Id="rId4" Type="http://schemas.openxmlformats.org/officeDocument/2006/relationships/hyperlink" Target="https://arxiv.org/html/2502.05273v2" TargetMode="External"/><Relationship Id="rId9" Type="http://schemas.openxmlformats.org/officeDocument/2006/relationships/hyperlink" Target="https://scholar.google.com/scholar_lookup?title=Hybrid+Federated+Learning:+Algorithms+and+Implementation&amp;author=Zhang,+X.&amp;author=Yin,+W.&amp;author=Hong,+M.&amp;author=Chen,+T.&amp;publication_year=2021&amp;journal=arXiv"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2972" y="188337"/>
            <a:ext cx="7772400" cy="1470025"/>
          </a:xfrm>
        </p:spPr>
        <p:txBody>
          <a:bodyPr/>
          <a:lstStyle/>
          <a:p>
            <a:r>
              <a:rPr dirty="0"/>
              <a:t>Federated Learning </a:t>
            </a:r>
          </a:p>
        </p:txBody>
      </p:sp>
      <p:sp>
        <p:nvSpPr>
          <p:cNvPr id="6" name="Slide Number Placeholder 5">
            <a:extLst>
              <a:ext uri="{FF2B5EF4-FFF2-40B4-BE49-F238E27FC236}">
                <a16:creationId xmlns:a16="http://schemas.microsoft.com/office/drawing/2014/main" id="{5BB0F9A1-61C4-1FAB-62F5-41A96D72B579}"/>
              </a:ext>
            </a:extLst>
          </p:cNvPr>
          <p:cNvSpPr>
            <a:spLocks noGrp="1"/>
          </p:cNvSpPr>
          <p:nvPr>
            <p:ph type="sldNum" sz="quarter" idx="12"/>
          </p:nvPr>
        </p:nvSpPr>
        <p:spPr/>
        <p:txBody>
          <a:bodyPr/>
          <a:lstStyle/>
          <a:p>
            <a:fld id="{C1FF6DA9-008F-8B48-92A6-B652298478BF}" type="slidenum">
              <a:rPr lang="en-US" smtClean="0"/>
              <a:t>1</a:t>
            </a:fld>
            <a:endParaRPr lang="en-US"/>
          </a:p>
        </p:txBody>
      </p:sp>
      <p:pic>
        <p:nvPicPr>
          <p:cNvPr id="5" name="Picture 2" descr="Federated Learning Tensorflow Cross Reliable Device Federated Deep Learning">
            <a:extLst>
              <a:ext uri="{FF2B5EF4-FFF2-40B4-BE49-F238E27FC236}">
                <a16:creationId xmlns:a16="http://schemas.microsoft.com/office/drawing/2014/main" id="{29C426FA-69B7-5497-DD09-C540C7941CB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874"/>
          <a:stretch>
            <a:fillRect/>
          </a:stretch>
        </p:blipFill>
        <p:spPr bwMode="auto">
          <a:xfrm>
            <a:off x="2009267" y="1780068"/>
            <a:ext cx="5419311" cy="481785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pPr>
            <a:r>
              <a:t>What Is Federated Learning?</a:t>
            </a:r>
          </a:p>
        </p:txBody>
      </p:sp>
      <p:sp>
        <p:nvSpPr>
          <p:cNvPr id="3" name="Content Placeholder 2"/>
          <p:cNvSpPr>
            <a:spLocks noGrp="1"/>
          </p:cNvSpPr>
          <p:nvPr>
            <p:ph idx="1"/>
          </p:nvPr>
        </p:nvSpPr>
        <p:spPr>
          <a:xfrm>
            <a:off x="457200" y="2004802"/>
            <a:ext cx="8229600" cy="3255021"/>
          </a:xfrm>
        </p:spPr>
        <p:txBody>
          <a:bodyPr>
            <a:normAutofit/>
          </a:bodyPr>
          <a:lstStyle/>
          <a:p>
            <a:pPr>
              <a:defRPr sz="1800"/>
            </a:pPr>
            <a:r>
              <a:rPr sz="2000" dirty="0"/>
              <a:t>Federated learning is a </a:t>
            </a:r>
            <a:r>
              <a:rPr lang="en-US" sz="2000" dirty="0"/>
              <a:t>method for training a single, shared machine learning model across multiple devices or organizations without transferring raw data from</a:t>
            </a:r>
            <a:r>
              <a:rPr sz="2000" dirty="0"/>
              <a:t> those devices.</a:t>
            </a:r>
            <a:endParaRPr lang="en-US" sz="2000" dirty="0"/>
          </a:p>
          <a:p>
            <a:pPr marL="0" indent="0">
              <a:buNone/>
              <a:defRPr sz="1800"/>
            </a:pPr>
            <a:endParaRPr sz="2000" dirty="0"/>
          </a:p>
          <a:p>
            <a:pPr>
              <a:defRPr sz="1800"/>
            </a:pPr>
            <a:r>
              <a:rPr sz="2000" dirty="0"/>
              <a:t>Each </a:t>
            </a:r>
            <a:r>
              <a:rPr lang="en-US" sz="2000" dirty="0"/>
              <a:t>client </a:t>
            </a:r>
            <a:r>
              <a:rPr sz="2000" dirty="0"/>
              <a:t>trains the current global model locally on its own private data and sends only model </a:t>
            </a:r>
            <a:r>
              <a:rPr lang="en-US" sz="2000" dirty="0"/>
              <a:t>updates,</a:t>
            </a:r>
            <a:r>
              <a:rPr sz="2000" dirty="0"/>
              <a:t> such as parameters or gradients.</a:t>
            </a:r>
            <a:endParaRPr lang="en-US" sz="2000" dirty="0"/>
          </a:p>
          <a:p>
            <a:pPr marL="0" indent="0">
              <a:buNone/>
              <a:defRPr sz="1800"/>
            </a:pPr>
            <a:endParaRPr sz="2000" dirty="0"/>
          </a:p>
          <a:p>
            <a:pPr>
              <a:defRPr sz="1800"/>
            </a:pPr>
            <a:r>
              <a:rPr sz="2000" dirty="0"/>
              <a:t>A coordinator or a </a:t>
            </a:r>
            <a:r>
              <a:rPr lang="en-US" sz="2000" dirty="0"/>
              <a:t>decentralized protocol aggregates these updates to enhance the global model while maintaining the privacy of sensitive data.</a:t>
            </a:r>
            <a:endParaRPr sz="2000" dirty="0"/>
          </a:p>
        </p:txBody>
      </p:sp>
      <p:sp>
        <p:nvSpPr>
          <p:cNvPr id="5" name="Slide Number Placeholder 4">
            <a:extLst>
              <a:ext uri="{FF2B5EF4-FFF2-40B4-BE49-F238E27FC236}">
                <a16:creationId xmlns:a16="http://schemas.microsoft.com/office/drawing/2014/main" id="{0ACD44A8-D216-9670-E905-19771984BA2B}"/>
              </a:ext>
            </a:extLst>
          </p:cNvPr>
          <p:cNvSpPr>
            <a:spLocks noGrp="1"/>
          </p:cNvSpPr>
          <p:nvPr>
            <p:ph type="sldNum" sz="quarter" idx="12"/>
          </p:nvPr>
        </p:nvSpPr>
        <p:spPr/>
        <p:txBody>
          <a:bodyPr/>
          <a:lstStyle/>
          <a:p>
            <a:fld id="{C1FF6DA9-008F-8B48-92A6-B652298478BF}"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pPr>
            <a:r>
              <a:t>Why Federated Learning Emerged</a:t>
            </a:r>
          </a:p>
        </p:txBody>
      </p:sp>
      <p:sp>
        <p:nvSpPr>
          <p:cNvPr id="3" name="Content Placeholder 2"/>
          <p:cNvSpPr>
            <a:spLocks noGrp="1"/>
          </p:cNvSpPr>
          <p:nvPr>
            <p:ph idx="1"/>
          </p:nvPr>
        </p:nvSpPr>
        <p:spPr>
          <a:xfrm>
            <a:off x="457200" y="2061447"/>
            <a:ext cx="8229600" cy="3335942"/>
          </a:xfrm>
        </p:spPr>
        <p:txBody>
          <a:bodyPr>
            <a:normAutofit lnSpcReduction="10000"/>
          </a:bodyPr>
          <a:lstStyle/>
          <a:p>
            <a:pPr>
              <a:defRPr sz="1800"/>
            </a:pPr>
            <a:r>
              <a:rPr sz="2000" dirty="0"/>
              <a:t>Federated learning emerged to address strict privacy, security, and regulatory requirements that make centralizing sensitive data impractical or illegal.</a:t>
            </a:r>
            <a:endParaRPr lang="en-US" sz="2000" dirty="0"/>
          </a:p>
          <a:p>
            <a:pPr marL="0" indent="0">
              <a:buNone/>
              <a:defRPr sz="1800"/>
            </a:pPr>
            <a:endParaRPr sz="2000" dirty="0"/>
          </a:p>
          <a:p>
            <a:pPr>
              <a:defRPr sz="1800"/>
            </a:pPr>
            <a:r>
              <a:rPr sz="2000" dirty="0"/>
              <a:t>It enables collaboration across many parties that cannot share raw data, while still building models that benefit from diverse and distributed datasets.</a:t>
            </a:r>
            <a:endParaRPr lang="en-US" sz="2000" dirty="0"/>
          </a:p>
          <a:p>
            <a:pPr marL="0" indent="0">
              <a:buNone/>
              <a:defRPr sz="1800"/>
            </a:pPr>
            <a:endParaRPr sz="2000" dirty="0"/>
          </a:p>
          <a:p>
            <a:pPr>
              <a:defRPr sz="1800"/>
            </a:pPr>
            <a:r>
              <a:rPr sz="2000" dirty="0"/>
              <a:t>Privacy is the primary driver of the paradigm, with efficiency and scalability treated as important but secondary concerns.</a:t>
            </a:r>
          </a:p>
        </p:txBody>
      </p:sp>
      <p:sp>
        <p:nvSpPr>
          <p:cNvPr id="5" name="Slide Number Placeholder 4">
            <a:extLst>
              <a:ext uri="{FF2B5EF4-FFF2-40B4-BE49-F238E27FC236}">
                <a16:creationId xmlns:a16="http://schemas.microsoft.com/office/drawing/2014/main" id="{EAE4F22B-170B-8D3F-FA04-B1987712C94E}"/>
              </a:ext>
            </a:extLst>
          </p:cNvPr>
          <p:cNvSpPr>
            <a:spLocks noGrp="1"/>
          </p:cNvSpPr>
          <p:nvPr>
            <p:ph type="sldNum" sz="quarter" idx="12"/>
          </p:nvPr>
        </p:nvSpPr>
        <p:spPr/>
        <p:txBody>
          <a:bodyPr/>
          <a:lstStyle/>
          <a:p>
            <a:fld id="{C1FF6DA9-008F-8B48-92A6-B652298478BF}"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pPr>
            <a:r>
              <a:t>Key Benefits at a Glance</a:t>
            </a:r>
          </a:p>
        </p:txBody>
      </p:sp>
      <p:sp>
        <p:nvSpPr>
          <p:cNvPr id="3" name="Content Placeholder 2"/>
          <p:cNvSpPr>
            <a:spLocks noGrp="1"/>
          </p:cNvSpPr>
          <p:nvPr>
            <p:ph idx="1"/>
          </p:nvPr>
        </p:nvSpPr>
        <p:spPr>
          <a:xfrm>
            <a:off x="457200" y="2118090"/>
            <a:ext cx="8229600" cy="3149825"/>
          </a:xfrm>
        </p:spPr>
        <p:txBody>
          <a:bodyPr>
            <a:normAutofit/>
          </a:bodyPr>
          <a:lstStyle/>
          <a:p>
            <a:pPr>
              <a:defRPr sz="1800"/>
            </a:pPr>
            <a:r>
              <a:rPr sz="2000" dirty="0"/>
              <a:t>By keeping data local, federated learning reduces the risk of data breaches and supports compliance with frameworks such as GDPR and HIPAA.</a:t>
            </a:r>
            <a:endParaRPr lang="en-US" sz="2000" dirty="0"/>
          </a:p>
          <a:p>
            <a:pPr marL="0" indent="0">
              <a:buNone/>
              <a:defRPr sz="1800"/>
            </a:pPr>
            <a:endParaRPr sz="2000" dirty="0"/>
          </a:p>
          <a:p>
            <a:pPr>
              <a:defRPr sz="1800"/>
            </a:pPr>
            <a:r>
              <a:rPr sz="2000" dirty="0"/>
              <a:t>Learning from diverse, real‑world data sources can improve robustness and generalization of the final model.</a:t>
            </a:r>
            <a:endParaRPr lang="en-US" sz="2000" dirty="0"/>
          </a:p>
          <a:p>
            <a:pPr marL="0" indent="0">
              <a:buNone/>
              <a:defRPr sz="1800"/>
            </a:pPr>
            <a:endParaRPr sz="2000" dirty="0"/>
          </a:p>
          <a:p>
            <a:pPr>
              <a:defRPr sz="1800"/>
            </a:pPr>
            <a:r>
              <a:rPr sz="2000" dirty="0"/>
              <a:t>Sending updates instead of datasets reduces bandwidth needs and can lower latency for edge and mobile deployments.</a:t>
            </a:r>
          </a:p>
        </p:txBody>
      </p:sp>
      <p:sp>
        <p:nvSpPr>
          <p:cNvPr id="5" name="Slide Number Placeholder 4">
            <a:extLst>
              <a:ext uri="{FF2B5EF4-FFF2-40B4-BE49-F238E27FC236}">
                <a16:creationId xmlns:a16="http://schemas.microsoft.com/office/drawing/2014/main" id="{4C3B99E4-9AE2-5B23-1547-4AB9508C8F26}"/>
              </a:ext>
            </a:extLst>
          </p:cNvPr>
          <p:cNvSpPr>
            <a:spLocks noGrp="1"/>
          </p:cNvSpPr>
          <p:nvPr>
            <p:ph type="sldNum" sz="quarter" idx="12"/>
          </p:nvPr>
        </p:nvSpPr>
        <p:spPr/>
        <p:txBody>
          <a:bodyPr/>
          <a:lstStyle/>
          <a:p>
            <a:fld id="{C1FF6DA9-008F-8B48-92A6-B652298478BF}"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25491"/>
            <a:ext cx="8229600" cy="1143000"/>
          </a:xfrm>
        </p:spPr>
        <p:txBody>
          <a:bodyPr/>
          <a:lstStyle/>
          <a:p>
            <a:pPr>
              <a:defRPr sz="3400" b="1"/>
            </a:pPr>
            <a:r>
              <a:rPr dirty="0"/>
              <a:t>How FL Differs from Traditional Distributed ML</a:t>
            </a:r>
          </a:p>
        </p:txBody>
      </p:sp>
      <p:sp>
        <p:nvSpPr>
          <p:cNvPr id="3" name="Content Placeholder 2"/>
          <p:cNvSpPr>
            <a:spLocks noGrp="1"/>
          </p:cNvSpPr>
          <p:nvPr>
            <p:ph idx="1"/>
          </p:nvPr>
        </p:nvSpPr>
        <p:spPr>
          <a:xfrm>
            <a:off x="457200" y="2304207"/>
            <a:ext cx="8229600" cy="3602979"/>
          </a:xfrm>
        </p:spPr>
        <p:txBody>
          <a:bodyPr>
            <a:normAutofit/>
          </a:bodyPr>
          <a:lstStyle/>
          <a:p>
            <a:pPr>
              <a:defRPr sz="1800"/>
            </a:pPr>
            <a:r>
              <a:rPr sz="2000" dirty="0"/>
              <a:t>Traditional distributed machine learning typically assumes data can be centralized or freely moved to worker nodes for parallel computation.</a:t>
            </a:r>
            <a:endParaRPr lang="en-US" sz="2000" dirty="0"/>
          </a:p>
          <a:p>
            <a:pPr marL="0" indent="0">
              <a:buNone/>
              <a:defRPr sz="1800"/>
            </a:pPr>
            <a:endParaRPr sz="2000" dirty="0"/>
          </a:p>
          <a:p>
            <a:pPr>
              <a:defRPr sz="1800"/>
            </a:pPr>
            <a:r>
              <a:rPr sz="2000" dirty="0"/>
              <a:t>Federated learning inverts that flow by keeping raw data decentralized and sending the model to the data for local training on each client.</a:t>
            </a:r>
            <a:endParaRPr lang="en-US" sz="2000" dirty="0"/>
          </a:p>
        </p:txBody>
      </p:sp>
      <p:sp>
        <p:nvSpPr>
          <p:cNvPr id="5" name="Slide Number Placeholder 4">
            <a:extLst>
              <a:ext uri="{FF2B5EF4-FFF2-40B4-BE49-F238E27FC236}">
                <a16:creationId xmlns:a16="http://schemas.microsoft.com/office/drawing/2014/main" id="{2C213471-7A89-D042-E735-AA1D7412DF47}"/>
              </a:ext>
            </a:extLst>
          </p:cNvPr>
          <p:cNvSpPr>
            <a:spLocks noGrp="1"/>
          </p:cNvSpPr>
          <p:nvPr>
            <p:ph type="sldNum" sz="quarter" idx="12"/>
          </p:nvPr>
        </p:nvSpPr>
        <p:spPr/>
        <p:txBody>
          <a:bodyPr/>
          <a:lstStyle/>
          <a:p>
            <a:fld id="{C1FF6DA9-008F-8B48-92A6-B652298478BF}"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pPr>
            <a:r>
              <a:t>Bridging Data Fragmentation</a:t>
            </a:r>
          </a:p>
        </p:txBody>
      </p:sp>
      <p:sp>
        <p:nvSpPr>
          <p:cNvPr id="3" name="Content Placeholder 2"/>
          <p:cNvSpPr>
            <a:spLocks noGrp="1"/>
          </p:cNvSpPr>
          <p:nvPr>
            <p:ph idx="1"/>
          </p:nvPr>
        </p:nvSpPr>
        <p:spPr>
          <a:xfrm>
            <a:off x="457200" y="1966278"/>
            <a:ext cx="8229600" cy="3754792"/>
          </a:xfrm>
        </p:spPr>
        <p:txBody>
          <a:bodyPr>
            <a:normAutofit/>
          </a:bodyPr>
          <a:lstStyle/>
          <a:p>
            <a:pPr>
              <a:defRPr sz="1800"/>
            </a:pPr>
            <a:r>
              <a:rPr sz="2000" dirty="0"/>
              <a:t>Federated learning provides a structured way to learn from fragmented data that exists across millions of devices or multiple organizations.</a:t>
            </a:r>
            <a:endParaRPr lang="en-US" sz="2000" dirty="0"/>
          </a:p>
          <a:p>
            <a:pPr marL="0" indent="0">
              <a:buNone/>
              <a:defRPr sz="1800"/>
            </a:pPr>
            <a:endParaRPr sz="2000" dirty="0"/>
          </a:p>
          <a:p>
            <a:pPr>
              <a:defRPr sz="1800"/>
            </a:pPr>
            <a:r>
              <a:rPr sz="2000" dirty="0"/>
              <a:t>It acts as a bridge between the ideal of large, diverse training data and the legal and technical reality that data must often remain where it is generated.</a:t>
            </a:r>
            <a:endParaRPr lang="en-US" sz="2000" dirty="0"/>
          </a:p>
          <a:p>
            <a:pPr marL="0" indent="0">
              <a:buNone/>
              <a:defRPr sz="1800"/>
            </a:pPr>
            <a:endParaRPr sz="2000" dirty="0"/>
          </a:p>
          <a:p>
            <a:pPr>
              <a:defRPr sz="1800"/>
            </a:pPr>
            <a:r>
              <a:rPr sz="2000" dirty="0"/>
              <a:t>This bridging effect allows stakeholders to benefit from collective intelligence without central data pooling.</a:t>
            </a:r>
          </a:p>
        </p:txBody>
      </p:sp>
      <p:sp>
        <p:nvSpPr>
          <p:cNvPr id="5" name="Slide Number Placeholder 4">
            <a:extLst>
              <a:ext uri="{FF2B5EF4-FFF2-40B4-BE49-F238E27FC236}">
                <a16:creationId xmlns:a16="http://schemas.microsoft.com/office/drawing/2014/main" id="{33AE4E94-9754-DBAF-1E6A-299844A3582D}"/>
              </a:ext>
            </a:extLst>
          </p:cNvPr>
          <p:cNvSpPr>
            <a:spLocks noGrp="1"/>
          </p:cNvSpPr>
          <p:nvPr>
            <p:ph type="sldNum" sz="quarter" idx="12"/>
          </p:nvPr>
        </p:nvSpPr>
        <p:spPr/>
        <p:txBody>
          <a:bodyPr/>
          <a:lstStyle/>
          <a:p>
            <a:fld id="{C1FF6DA9-008F-8B48-92A6-B652298478BF}"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680"/>
            <a:ext cx="8229600" cy="1143000"/>
          </a:xfrm>
        </p:spPr>
        <p:txBody>
          <a:bodyPr/>
          <a:lstStyle/>
          <a:p>
            <a:pPr>
              <a:defRPr sz="3400" b="1"/>
            </a:pPr>
            <a:r>
              <a:rPr dirty="0"/>
              <a:t>Standard Centralized Workflow — Overview</a:t>
            </a:r>
          </a:p>
        </p:txBody>
      </p:sp>
      <p:sp>
        <p:nvSpPr>
          <p:cNvPr id="3" name="Content Placeholder 2"/>
          <p:cNvSpPr>
            <a:spLocks noGrp="1"/>
          </p:cNvSpPr>
          <p:nvPr>
            <p:ph idx="1"/>
          </p:nvPr>
        </p:nvSpPr>
        <p:spPr>
          <a:xfrm>
            <a:off x="457200" y="2202045"/>
            <a:ext cx="8229600" cy="3489690"/>
          </a:xfrm>
        </p:spPr>
        <p:txBody>
          <a:bodyPr>
            <a:normAutofit/>
          </a:bodyPr>
          <a:lstStyle/>
          <a:p>
            <a:pPr>
              <a:defRPr sz="1800"/>
            </a:pPr>
            <a:r>
              <a:rPr sz="2000" dirty="0"/>
              <a:t>A central server initializes a global model and distributes it to a subset of available clients.</a:t>
            </a:r>
            <a:endParaRPr lang="en-US" sz="2000" dirty="0"/>
          </a:p>
          <a:p>
            <a:pPr marL="0" indent="0">
              <a:buNone/>
              <a:defRPr sz="1800"/>
            </a:pPr>
            <a:endParaRPr sz="2000" dirty="0"/>
          </a:p>
          <a:p>
            <a:pPr>
              <a:defRPr sz="1800"/>
            </a:pPr>
            <a:r>
              <a:rPr sz="2000" dirty="0"/>
              <a:t>Selected clients perform local training on their own data for the configured number of epochs and produce updated model parameters.</a:t>
            </a:r>
            <a:endParaRPr lang="en-US" sz="2000" dirty="0"/>
          </a:p>
          <a:p>
            <a:pPr marL="0" indent="0">
              <a:buNone/>
              <a:defRPr sz="1800"/>
            </a:pPr>
            <a:endParaRPr sz="2000" dirty="0"/>
          </a:p>
          <a:p>
            <a:pPr>
              <a:defRPr sz="1800"/>
            </a:pPr>
            <a:r>
              <a:rPr sz="2000" dirty="0"/>
              <a:t>Clients send their updates to the server, which aggregates them into a new global model and repeats the process over many rounds.</a:t>
            </a:r>
          </a:p>
        </p:txBody>
      </p:sp>
      <p:sp>
        <p:nvSpPr>
          <p:cNvPr id="5" name="Slide Number Placeholder 4">
            <a:extLst>
              <a:ext uri="{FF2B5EF4-FFF2-40B4-BE49-F238E27FC236}">
                <a16:creationId xmlns:a16="http://schemas.microsoft.com/office/drawing/2014/main" id="{3C90D103-5B46-4B03-E875-FFF6265B83CC}"/>
              </a:ext>
            </a:extLst>
          </p:cNvPr>
          <p:cNvSpPr>
            <a:spLocks noGrp="1"/>
          </p:cNvSpPr>
          <p:nvPr>
            <p:ph type="sldNum" sz="quarter" idx="12"/>
          </p:nvPr>
        </p:nvSpPr>
        <p:spPr/>
        <p:txBody>
          <a:bodyPr/>
          <a:lstStyle/>
          <a:p>
            <a:fld id="{C1FF6DA9-008F-8B48-92A6-B652298478BF}"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pPr>
            <a:r>
              <a:rPr dirty="0"/>
              <a:t>Standard Centralized Workflow </a:t>
            </a:r>
          </a:p>
        </p:txBody>
      </p:sp>
      <p:sp>
        <p:nvSpPr>
          <p:cNvPr id="3" name="Content Placeholder 2"/>
          <p:cNvSpPr>
            <a:spLocks noGrp="1"/>
          </p:cNvSpPr>
          <p:nvPr>
            <p:ph idx="1"/>
          </p:nvPr>
        </p:nvSpPr>
        <p:spPr>
          <a:xfrm>
            <a:off x="457200" y="1610315"/>
            <a:ext cx="8229600" cy="4782393"/>
          </a:xfrm>
        </p:spPr>
        <p:txBody>
          <a:bodyPr>
            <a:normAutofit lnSpcReduction="10000"/>
          </a:bodyPr>
          <a:lstStyle/>
          <a:p>
            <a:pPr>
              <a:defRPr sz="1800"/>
            </a:pPr>
            <a:r>
              <a:rPr sz="2000" dirty="0"/>
              <a:t>Typical rounds include initialization, client selection, local training, reporting of updates, global aggregation, and iteration until convergence.</a:t>
            </a:r>
            <a:endParaRPr lang="en-US" sz="2000" dirty="0"/>
          </a:p>
          <a:p>
            <a:pPr marL="0" indent="0">
              <a:buNone/>
              <a:defRPr sz="1800"/>
            </a:pPr>
            <a:endParaRPr lang="en-US" sz="2000" dirty="0"/>
          </a:p>
          <a:p>
            <a:pPr>
              <a:defRPr sz="1800"/>
            </a:pPr>
            <a:r>
              <a:rPr lang="en-US" sz="2000" dirty="0">
                <a:solidFill>
                  <a:srgbClr val="FF0000"/>
                </a:solidFill>
              </a:rPr>
              <a:t>Initialization</a:t>
            </a:r>
            <a:r>
              <a:rPr lang="en-US" sz="2000" dirty="0"/>
              <a:t>: The server defines the model architecture, initializes weights (randomly or from a pre‑trained checkpoint), sets hyperparameters, and configures any privacy or cryptography settings for the round.</a:t>
            </a:r>
          </a:p>
          <a:p>
            <a:pPr marL="0" indent="0">
              <a:buNone/>
              <a:defRPr sz="1800"/>
            </a:pPr>
            <a:endParaRPr lang="en-US" sz="2000" dirty="0"/>
          </a:p>
          <a:p>
            <a:pPr>
              <a:defRPr sz="1800"/>
            </a:pPr>
            <a:r>
              <a:rPr lang="en-US" sz="2000" dirty="0">
                <a:solidFill>
                  <a:srgbClr val="FF0000"/>
                </a:solidFill>
              </a:rPr>
              <a:t>Client</a:t>
            </a:r>
            <a:r>
              <a:rPr lang="en-US" sz="2000" dirty="0"/>
              <a:t> </a:t>
            </a:r>
            <a:r>
              <a:rPr lang="en-US" sz="2000" dirty="0">
                <a:solidFill>
                  <a:srgbClr val="FF0000"/>
                </a:solidFill>
              </a:rPr>
              <a:t>selection</a:t>
            </a:r>
            <a:r>
              <a:rPr lang="en-US" sz="2000" dirty="0"/>
              <a:t>: A subset of eligible clients is sampled using strategies such as uniform random sampling, availability‑aware sampling, or fairness‑aware quotas so that the same clients are not always chosen.</a:t>
            </a:r>
          </a:p>
          <a:p>
            <a:pPr marL="0" indent="0">
              <a:buNone/>
              <a:defRPr sz="1800"/>
            </a:pPr>
            <a:endParaRPr lang="en-US" sz="2000" dirty="0"/>
          </a:p>
          <a:p>
            <a:pPr>
              <a:defRPr sz="1800"/>
            </a:pPr>
            <a:r>
              <a:rPr lang="en-US" sz="2000" dirty="0">
                <a:solidFill>
                  <a:srgbClr val="FF0000"/>
                </a:solidFill>
              </a:rPr>
              <a:t>Local</a:t>
            </a:r>
            <a:r>
              <a:rPr lang="en-US" sz="2000" dirty="0"/>
              <a:t> </a:t>
            </a:r>
            <a:r>
              <a:rPr lang="en-US" sz="2000" dirty="0">
                <a:solidFill>
                  <a:srgbClr val="FF0000"/>
                </a:solidFill>
              </a:rPr>
              <a:t>training</a:t>
            </a:r>
            <a:r>
              <a:rPr lang="en-US" sz="2000" dirty="0"/>
              <a:t>: Each selected client receives the current global model, trains it on local data for a fixed number of epochs with its optimizer and batch size, and may apply </a:t>
            </a:r>
            <a:r>
              <a:rPr lang="en-US" sz="2000" dirty="0" err="1"/>
              <a:t>regularizers</a:t>
            </a:r>
            <a:r>
              <a:rPr lang="en-US" sz="2000" dirty="0"/>
              <a:t> such as </a:t>
            </a:r>
            <a:r>
              <a:rPr lang="en-US" sz="2000" dirty="0" err="1"/>
              <a:t>FedProx</a:t>
            </a:r>
            <a:r>
              <a:rPr lang="en-US" sz="2000" dirty="0"/>
              <a:t> or control‑variates as in SCAFFOLD.</a:t>
            </a:r>
          </a:p>
          <a:p>
            <a:pPr marL="0" indent="0">
              <a:buNone/>
              <a:defRPr sz="1800"/>
            </a:pPr>
            <a:endParaRPr lang="en-US" sz="2000" dirty="0"/>
          </a:p>
          <a:p>
            <a:pPr marL="0" indent="0">
              <a:buNone/>
              <a:defRPr sz="1800"/>
            </a:pPr>
            <a:endParaRPr sz="2000" dirty="0"/>
          </a:p>
        </p:txBody>
      </p:sp>
      <p:sp>
        <p:nvSpPr>
          <p:cNvPr id="5" name="Slide Number Placeholder 4">
            <a:extLst>
              <a:ext uri="{FF2B5EF4-FFF2-40B4-BE49-F238E27FC236}">
                <a16:creationId xmlns:a16="http://schemas.microsoft.com/office/drawing/2014/main" id="{42858E38-0B44-2EB1-C55C-F56A27F6FCDB}"/>
              </a:ext>
            </a:extLst>
          </p:cNvPr>
          <p:cNvSpPr>
            <a:spLocks noGrp="1"/>
          </p:cNvSpPr>
          <p:nvPr>
            <p:ph type="sldNum" sz="quarter" idx="12"/>
          </p:nvPr>
        </p:nvSpPr>
        <p:spPr/>
        <p:txBody>
          <a:bodyPr/>
          <a:lstStyle/>
          <a:p>
            <a:fld id="{C1FF6DA9-008F-8B48-92A6-B652298478BF}"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46AEB-3EC1-3321-E4C4-92BC7672E7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5AA413-9C8C-BD57-25F1-D8D62E9B584B}"/>
              </a:ext>
            </a:extLst>
          </p:cNvPr>
          <p:cNvSpPr>
            <a:spLocks noGrp="1"/>
          </p:cNvSpPr>
          <p:nvPr>
            <p:ph type="title"/>
          </p:nvPr>
        </p:nvSpPr>
        <p:spPr/>
        <p:txBody>
          <a:bodyPr/>
          <a:lstStyle/>
          <a:p>
            <a:pPr>
              <a:defRPr sz="3400" b="1"/>
            </a:pPr>
            <a:r>
              <a:rPr dirty="0"/>
              <a:t>Standard Centralized Workflow </a:t>
            </a:r>
          </a:p>
        </p:txBody>
      </p:sp>
      <p:sp>
        <p:nvSpPr>
          <p:cNvPr id="3" name="Content Placeholder 2">
            <a:extLst>
              <a:ext uri="{FF2B5EF4-FFF2-40B4-BE49-F238E27FC236}">
                <a16:creationId xmlns:a16="http://schemas.microsoft.com/office/drawing/2014/main" id="{D627DB04-1F89-E80D-7921-E70E5AAD335B}"/>
              </a:ext>
            </a:extLst>
          </p:cNvPr>
          <p:cNvSpPr>
            <a:spLocks noGrp="1"/>
          </p:cNvSpPr>
          <p:nvPr>
            <p:ph idx="1"/>
          </p:nvPr>
        </p:nvSpPr>
        <p:spPr>
          <a:xfrm>
            <a:off x="457200" y="1639360"/>
            <a:ext cx="8229600" cy="4578560"/>
          </a:xfrm>
        </p:spPr>
        <p:txBody>
          <a:bodyPr>
            <a:normAutofit/>
          </a:bodyPr>
          <a:lstStyle/>
          <a:p>
            <a:pPr>
              <a:defRPr sz="1800"/>
            </a:pPr>
            <a:r>
              <a:rPr lang="en-US" sz="2000" dirty="0">
                <a:solidFill>
                  <a:srgbClr val="FF0000"/>
                </a:solidFill>
              </a:rPr>
              <a:t>Reporting</a:t>
            </a:r>
            <a:r>
              <a:rPr lang="en-US" sz="2000" dirty="0"/>
              <a:t>: Clients package their update (weights or gradients), include statistics such as the number of local samples and loss metrics, optionally compress or quantize the update, and upload it with retries if connectivity is unstable </a:t>
            </a:r>
          </a:p>
          <a:p>
            <a:pPr>
              <a:defRPr sz="1800"/>
            </a:pPr>
            <a:endParaRPr lang="en-US" sz="2000" dirty="0"/>
          </a:p>
          <a:p>
            <a:pPr>
              <a:defRPr sz="1800"/>
            </a:pPr>
            <a:r>
              <a:rPr lang="en-US" sz="2000" dirty="0">
                <a:solidFill>
                  <a:srgbClr val="FF0000"/>
                </a:solidFill>
              </a:rPr>
              <a:t>Secure aggregation</a:t>
            </a:r>
            <a:r>
              <a:rPr lang="en-US" sz="2000" dirty="0"/>
              <a:t>: If enabled, updates are masked, secret‑shared, or encrypted so the server can only recover the aggregate sum and cannot inspect any individual client contribution.</a:t>
            </a:r>
          </a:p>
          <a:p>
            <a:pPr marL="0" indent="0">
              <a:buNone/>
              <a:defRPr sz="1800"/>
            </a:pPr>
            <a:endParaRPr lang="en-US" sz="2000" dirty="0"/>
          </a:p>
          <a:p>
            <a:pPr>
              <a:defRPr sz="1800"/>
            </a:pPr>
            <a:r>
              <a:rPr lang="en-US" sz="2000" dirty="0">
                <a:solidFill>
                  <a:srgbClr val="FF0000"/>
                </a:solidFill>
              </a:rPr>
              <a:t>Server aggregation</a:t>
            </a:r>
            <a:r>
              <a:rPr lang="en-US" sz="2000" dirty="0"/>
              <a:t>: The server combines updates, typically via sample‑weighted averaging, or with robust aggregators such as median, trimmed mean, or inverse‑distance weighting to down‑weight outliers or poisoned updates.</a:t>
            </a:r>
          </a:p>
        </p:txBody>
      </p:sp>
      <p:sp>
        <p:nvSpPr>
          <p:cNvPr id="5" name="Slide Number Placeholder 4">
            <a:extLst>
              <a:ext uri="{FF2B5EF4-FFF2-40B4-BE49-F238E27FC236}">
                <a16:creationId xmlns:a16="http://schemas.microsoft.com/office/drawing/2014/main" id="{C0C6EBC4-667A-2C9B-1763-3CAB145ACBDE}"/>
              </a:ext>
            </a:extLst>
          </p:cNvPr>
          <p:cNvSpPr>
            <a:spLocks noGrp="1"/>
          </p:cNvSpPr>
          <p:nvPr>
            <p:ph type="sldNum" sz="quarter" idx="12"/>
          </p:nvPr>
        </p:nvSpPr>
        <p:spPr/>
        <p:txBody>
          <a:bodyPr/>
          <a:lstStyle/>
          <a:p>
            <a:fld id="{C1FF6DA9-008F-8B48-92A6-B652298478BF}" type="slidenum">
              <a:rPr lang="en-US" smtClean="0"/>
              <a:t>9</a:t>
            </a:fld>
            <a:endParaRPr lang="en-US"/>
          </a:p>
        </p:txBody>
      </p:sp>
    </p:spTree>
    <p:extLst>
      <p:ext uri="{BB962C8B-B14F-4D97-AF65-F5344CB8AC3E}">
        <p14:creationId xmlns:p14="http://schemas.microsoft.com/office/powerpoint/2010/main" val="36572550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41848-F28D-A7F5-CB6D-7469548091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2BDE40-59CD-D4FC-9021-1EECD16F5FB4}"/>
              </a:ext>
            </a:extLst>
          </p:cNvPr>
          <p:cNvSpPr>
            <a:spLocks noGrp="1"/>
          </p:cNvSpPr>
          <p:nvPr>
            <p:ph type="title"/>
          </p:nvPr>
        </p:nvSpPr>
        <p:spPr/>
        <p:txBody>
          <a:bodyPr/>
          <a:lstStyle/>
          <a:p>
            <a:pPr>
              <a:defRPr sz="3400" b="1"/>
            </a:pPr>
            <a:r>
              <a:rPr dirty="0"/>
              <a:t>Standard Centralized Workflow </a:t>
            </a:r>
          </a:p>
        </p:txBody>
      </p:sp>
      <p:sp>
        <p:nvSpPr>
          <p:cNvPr id="3" name="Content Placeholder 2">
            <a:extLst>
              <a:ext uri="{FF2B5EF4-FFF2-40B4-BE49-F238E27FC236}">
                <a16:creationId xmlns:a16="http://schemas.microsoft.com/office/drawing/2014/main" id="{E4666CF4-1339-679E-C916-DB3833D40F18}"/>
              </a:ext>
            </a:extLst>
          </p:cNvPr>
          <p:cNvSpPr>
            <a:spLocks noGrp="1"/>
          </p:cNvSpPr>
          <p:nvPr>
            <p:ph idx="1"/>
          </p:nvPr>
        </p:nvSpPr>
        <p:spPr>
          <a:xfrm>
            <a:off x="457200" y="1935008"/>
            <a:ext cx="8229600" cy="3473506"/>
          </a:xfrm>
        </p:spPr>
        <p:txBody>
          <a:bodyPr>
            <a:normAutofit/>
          </a:bodyPr>
          <a:lstStyle/>
          <a:p>
            <a:pPr>
              <a:defRPr sz="1800"/>
            </a:pPr>
            <a:r>
              <a:rPr lang="en-US" sz="2000" dirty="0">
                <a:solidFill>
                  <a:srgbClr val="FF0000"/>
                </a:solidFill>
              </a:rPr>
              <a:t>Broadcast and next round</a:t>
            </a:r>
            <a:r>
              <a:rPr lang="en-US" sz="2000" dirty="0"/>
              <a:t>: The updated global model and round metadata are sent back to clients, control‑variates or momentum states are updated if used, and training continues until a stopping criterion such as validation plateau or round limit is met.</a:t>
            </a:r>
          </a:p>
          <a:p>
            <a:pPr>
              <a:defRPr sz="1800"/>
            </a:pPr>
            <a:endParaRPr sz="2000" dirty="0"/>
          </a:p>
          <a:p>
            <a:pPr>
              <a:defRPr sz="1800"/>
            </a:pPr>
            <a:r>
              <a:rPr sz="2000" dirty="0"/>
              <a:t>Aggregation often uses weighted averaging so that clients with more data can have proportionally greater influence on the global model.</a:t>
            </a:r>
            <a:endParaRPr lang="en-US" sz="2000" dirty="0"/>
          </a:p>
          <a:p>
            <a:pPr marL="0" indent="0">
              <a:buNone/>
              <a:defRPr sz="1800"/>
            </a:pPr>
            <a:endParaRPr sz="2000" dirty="0"/>
          </a:p>
          <a:p>
            <a:pPr>
              <a:defRPr sz="1800"/>
            </a:pPr>
            <a:r>
              <a:rPr sz="2000" dirty="0"/>
              <a:t>The server also manages failures and dropouts by handling missing or delayed client updates between rounds.</a:t>
            </a:r>
          </a:p>
        </p:txBody>
      </p:sp>
      <p:sp>
        <p:nvSpPr>
          <p:cNvPr id="5" name="Slide Number Placeholder 4">
            <a:extLst>
              <a:ext uri="{FF2B5EF4-FFF2-40B4-BE49-F238E27FC236}">
                <a16:creationId xmlns:a16="http://schemas.microsoft.com/office/drawing/2014/main" id="{3524FAEB-A86A-5EA8-3212-6905211F4039}"/>
              </a:ext>
            </a:extLst>
          </p:cNvPr>
          <p:cNvSpPr>
            <a:spLocks noGrp="1"/>
          </p:cNvSpPr>
          <p:nvPr>
            <p:ph type="sldNum" sz="quarter" idx="12"/>
          </p:nvPr>
        </p:nvSpPr>
        <p:spPr/>
        <p:txBody>
          <a:bodyPr/>
          <a:lstStyle/>
          <a:p>
            <a:fld id="{C1FF6DA9-008F-8B48-92A6-B652298478BF}" type="slidenum">
              <a:rPr lang="en-US" smtClean="0"/>
              <a:t>10</a:t>
            </a:fld>
            <a:endParaRPr lang="en-US"/>
          </a:p>
        </p:txBody>
      </p:sp>
    </p:spTree>
    <p:extLst>
      <p:ext uri="{BB962C8B-B14F-4D97-AF65-F5344CB8AC3E}">
        <p14:creationId xmlns:p14="http://schemas.microsoft.com/office/powerpoint/2010/main" val="8638838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pPr>
            <a:r>
              <a:t>Decentralized and Peer‑to‑Peer Architectures</a:t>
            </a:r>
          </a:p>
        </p:txBody>
      </p:sp>
      <p:sp>
        <p:nvSpPr>
          <p:cNvPr id="3" name="Content Placeholder 2"/>
          <p:cNvSpPr>
            <a:spLocks noGrp="1"/>
          </p:cNvSpPr>
          <p:nvPr>
            <p:ph idx="1"/>
          </p:nvPr>
        </p:nvSpPr>
        <p:spPr>
          <a:xfrm>
            <a:off x="457200" y="2207104"/>
            <a:ext cx="8229600" cy="3352124"/>
          </a:xfrm>
        </p:spPr>
        <p:txBody>
          <a:bodyPr>
            <a:normAutofit/>
          </a:bodyPr>
          <a:lstStyle/>
          <a:p>
            <a:pPr>
              <a:defRPr sz="1800"/>
            </a:pPr>
            <a:r>
              <a:rPr sz="2000" dirty="0"/>
              <a:t>In decentralized federated learning there is no single coordinating server, and clients share model updates directly with peers.</a:t>
            </a:r>
            <a:endParaRPr lang="en-US" sz="2000" dirty="0"/>
          </a:p>
          <a:p>
            <a:pPr marL="0" indent="0">
              <a:buNone/>
              <a:defRPr sz="1800"/>
            </a:pPr>
            <a:endParaRPr sz="2000" dirty="0"/>
          </a:p>
          <a:p>
            <a:pPr>
              <a:defRPr sz="1800"/>
            </a:pPr>
            <a:r>
              <a:rPr sz="2000" dirty="0"/>
              <a:t>This removes a single point of failure and can enhance resilience and privacy, but it introduces coordination complexity tied to the network topology.</a:t>
            </a:r>
            <a:endParaRPr lang="en-US" sz="2000" dirty="0"/>
          </a:p>
          <a:p>
            <a:pPr marL="0" indent="0">
              <a:buNone/>
              <a:defRPr sz="1800"/>
            </a:pPr>
            <a:endParaRPr sz="2000" dirty="0"/>
          </a:p>
          <a:p>
            <a:pPr>
              <a:defRPr sz="1800"/>
            </a:pPr>
            <a:r>
              <a:rPr sz="2000" dirty="0"/>
              <a:t>Model quality and convergence depend on how peers are connected and how updates are propagated through the graph.</a:t>
            </a:r>
          </a:p>
        </p:txBody>
      </p:sp>
      <p:sp>
        <p:nvSpPr>
          <p:cNvPr id="5" name="Slide Number Placeholder 4">
            <a:extLst>
              <a:ext uri="{FF2B5EF4-FFF2-40B4-BE49-F238E27FC236}">
                <a16:creationId xmlns:a16="http://schemas.microsoft.com/office/drawing/2014/main" id="{1B4E9BCD-4D6D-5166-F9DD-4ADAF6789840}"/>
              </a:ext>
            </a:extLst>
          </p:cNvPr>
          <p:cNvSpPr>
            <a:spLocks noGrp="1"/>
          </p:cNvSpPr>
          <p:nvPr>
            <p:ph type="sldNum" sz="quarter" idx="12"/>
          </p:nvPr>
        </p:nvSpPr>
        <p:spPr/>
        <p:txBody>
          <a:bodyPr/>
          <a:lstStyle/>
          <a:p>
            <a:fld id="{C1FF6DA9-008F-8B48-92A6-B652298478BF}"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pPr>
            <a:r>
              <a:t>Federated Learning Categories — Overview</a:t>
            </a:r>
          </a:p>
        </p:txBody>
      </p:sp>
      <p:sp>
        <p:nvSpPr>
          <p:cNvPr id="3" name="Content Placeholder 2"/>
          <p:cNvSpPr>
            <a:spLocks noGrp="1"/>
          </p:cNvSpPr>
          <p:nvPr>
            <p:ph idx="1"/>
          </p:nvPr>
        </p:nvSpPr>
        <p:spPr>
          <a:xfrm>
            <a:off x="457200" y="2101907"/>
            <a:ext cx="8229600" cy="3513966"/>
          </a:xfrm>
        </p:spPr>
        <p:txBody>
          <a:bodyPr>
            <a:normAutofit/>
          </a:bodyPr>
          <a:lstStyle/>
          <a:p>
            <a:pPr>
              <a:defRPr sz="1800"/>
            </a:pPr>
            <a:r>
              <a:rPr sz="2000" dirty="0"/>
              <a:t>Federated learning can be organized by client type and by how datasets align across participants.</a:t>
            </a:r>
            <a:endParaRPr lang="en-US" sz="2000" dirty="0"/>
          </a:p>
          <a:p>
            <a:pPr marL="0" indent="0">
              <a:buNone/>
              <a:defRPr sz="1800"/>
            </a:pPr>
            <a:endParaRPr sz="2000" dirty="0"/>
          </a:p>
          <a:p>
            <a:pPr>
              <a:defRPr sz="1800"/>
            </a:pPr>
            <a:r>
              <a:rPr sz="2000" dirty="0"/>
              <a:t>Cross‑device settings involve many small, intermittently connected devices, while cross‑silo settings involve a few well‑resourced organizations.</a:t>
            </a:r>
            <a:endParaRPr lang="en-US" sz="2000" dirty="0"/>
          </a:p>
          <a:p>
            <a:pPr marL="0" indent="0">
              <a:buNone/>
              <a:defRPr sz="1800"/>
            </a:pPr>
            <a:endParaRPr sz="2000" dirty="0"/>
          </a:p>
          <a:p>
            <a:pPr>
              <a:defRPr sz="1800"/>
            </a:pPr>
            <a:r>
              <a:rPr sz="2000" dirty="0"/>
              <a:t>Horizontal, vertical, and transfer‑learning variants describe how features and samples are shared or differ between parties.</a:t>
            </a:r>
          </a:p>
        </p:txBody>
      </p:sp>
      <p:sp>
        <p:nvSpPr>
          <p:cNvPr id="5" name="Slide Number Placeholder 4">
            <a:extLst>
              <a:ext uri="{FF2B5EF4-FFF2-40B4-BE49-F238E27FC236}">
                <a16:creationId xmlns:a16="http://schemas.microsoft.com/office/drawing/2014/main" id="{672FC90C-FDB7-0F44-17D5-48C97B59EB15}"/>
              </a:ext>
            </a:extLst>
          </p:cNvPr>
          <p:cNvSpPr>
            <a:spLocks noGrp="1"/>
          </p:cNvSpPr>
          <p:nvPr>
            <p:ph type="sldNum" sz="quarter" idx="12"/>
          </p:nvPr>
        </p:nvSpPr>
        <p:spPr/>
        <p:txBody>
          <a:bodyPr/>
          <a:lstStyle/>
          <a:p>
            <a:fld id="{C1FF6DA9-008F-8B48-92A6-B652298478BF}"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pPr>
            <a:r>
              <a:t>Cross‑Device Federated Learning</a:t>
            </a:r>
          </a:p>
        </p:txBody>
      </p:sp>
      <p:sp>
        <p:nvSpPr>
          <p:cNvPr id="3" name="Content Placeholder 2"/>
          <p:cNvSpPr>
            <a:spLocks noGrp="1"/>
          </p:cNvSpPr>
          <p:nvPr>
            <p:ph idx="1"/>
          </p:nvPr>
        </p:nvSpPr>
        <p:spPr>
          <a:xfrm>
            <a:off x="513845" y="2137310"/>
            <a:ext cx="8229600" cy="3360218"/>
          </a:xfrm>
        </p:spPr>
        <p:txBody>
          <a:bodyPr>
            <a:normAutofit/>
          </a:bodyPr>
          <a:lstStyle/>
          <a:p>
            <a:pPr>
              <a:defRPr sz="1800"/>
            </a:pPr>
            <a:r>
              <a:rPr sz="2000" dirty="0"/>
              <a:t>Cross‑device federated learning targets vast numbers of devices such as smartphones and IoT nodes with small, local datasets and unstable connectivity.</a:t>
            </a:r>
            <a:endParaRPr lang="en-US" sz="2000" dirty="0"/>
          </a:p>
          <a:p>
            <a:pPr marL="0" indent="0">
              <a:buNone/>
              <a:defRPr sz="1800"/>
            </a:pPr>
            <a:endParaRPr sz="2000" dirty="0"/>
          </a:p>
          <a:p>
            <a:pPr>
              <a:defRPr sz="1800"/>
            </a:pPr>
            <a:r>
              <a:rPr sz="2000" dirty="0"/>
              <a:t>Clients join opportunistically when available, so algorithms must tolerate dropouts and variable participation.</a:t>
            </a:r>
            <a:endParaRPr lang="en-US" sz="2000" dirty="0"/>
          </a:p>
          <a:p>
            <a:pPr marL="0" indent="0">
              <a:buNone/>
              <a:defRPr sz="1800"/>
            </a:pPr>
            <a:endParaRPr sz="2000" dirty="0"/>
          </a:p>
          <a:p>
            <a:pPr>
              <a:defRPr sz="1800"/>
            </a:pPr>
            <a:r>
              <a:rPr sz="2000" dirty="0"/>
              <a:t>This setting powers on‑device personalization such as next‑word prediction and voice recognition without uploading raw content.</a:t>
            </a:r>
          </a:p>
        </p:txBody>
      </p:sp>
      <p:sp>
        <p:nvSpPr>
          <p:cNvPr id="5" name="Slide Number Placeholder 4">
            <a:extLst>
              <a:ext uri="{FF2B5EF4-FFF2-40B4-BE49-F238E27FC236}">
                <a16:creationId xmlns:a16="http://schemas.microsoft.com/office/drawing/2014/main" id="{344B7773-2447-74E1-9DF3-28E5AC043024}"/>
              </a:ext>
            </a:extLst>
          </p:cNvPr>
          <p:cNvSpPr>
            <a:spLocks noGrp="1"/>
          </p:cNvSpPr>
          <p:nvPr>
            <p:ph type="sldNum" sz="quarter" idx="12"/>
          </p:nvPr>
        </p:nvSpPr>
        <p:spPr/>
        <p:txBody>
          <a:bodyPr/>
          <a:lstStyle/>
          <a:p>
            <a:fld id="{C1FF6DA9-008F-8B48-92A6-B652298478BF}"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pPr>
            <a:r>
              <a:t>Cross‑Silo Federated Learning</a:t>
            </a:r>
          </a:p>
        </p:txBody>
      </p:sp>
      <p:sp>
        <p:nvSpPr>
          <p:cNvPr id="3" name="Content Placeholder 2"/>
          <p:cNvSpPr>
            <a:spLocks noGrp="1"/>
          </p:cNvSpPr>
          <p:nvPr>
            <p:ph idx="1"/>
          </p:nvPr>
        </p:nvSpPr>
        <p:spPr>
          <a:xfrm>
            <a:off x="457200" y="2288024"/>
            <a:ext cx="8229600" cy="3360218"/>
          </a:xfrm>
        </p:spPr>
        <p:txBody>
          <a:bodyPr>
            <a:normAutofit/>
          </a:bodyPr>
          <a:lstStyle/>
          <a:p>
            <a:pPr>
              <a:defRPr sz="1800"/>
            </a:pPr>
            <a:r>
              <a:rPr sz="2000" dirty="0"/>
              <a:t>Cross‑silo federated learning connects a smaller number of </a:t>
            </a:r>
            <a:r>
              <a:rPr lang="en-US" sz="2000" dirty="0"/>
              <a:t>organizations,</a:t>
            </a:r>
            <a:r>
              <a:rPr sz="2000" dirty="0"/>
              <a:t> such as hospitals or </a:t>
            </a:r>
            <a:r>
              <a:rPr lang="en-US" sz="2000" dirty="0"/>
              <a:t>banks,</a:t>
            </a:r>
            <a:r>
              <a:rPr sz="2000" dirty="0"/>
              <a:t> that maintain robust compute and stable networks.</a:t>
            </a:r>
            <a:endParaRPr lang="en-US" sz="2000" dirty="0"/>
          </a:p>
          <a:p>
            <a:pPr marL="0" indent="0">
              <a:buNone/>
              <a:defRPr sz="1800"/>
            </a:pPr>
            <a:endParaRPr sz="2000" dirty="0"/>
          </a:p>
          <a:p>
            <a:pPr>
              <a:defRPr sz="1800"/>
            </a:pPr>
            <a:r>
              <a:rPr sz="2000" dirty="0"/>
              <a:t>Data governance is strict, and raw data must not leave organizational boundaries, so only model updates are exchanged.</a:t>
            </a:r>
            <a:endParaRPr lang="en-US" sz="2000" dirty="0"/>
          </a:p>
          <a:p>
            <a:pPr marL="0" indent="0">
              <a:buNone/>
              <a:defRPr sz="1800"/>
            </a:pPr>
            <a:endParaRPr sz="2000" dirty="0"/>
          </a:p>
          <a:p>
            <a:pPr>
              <a:defRPr sz="1800"/>
            </a:pPr>
            <a:r>
              <a:rPr sz="2000" dirty="0"/>
              <a:t>Coordination emphasizes trust, compliance, and standardized protocols between institutions.</a:t>
            </a:r>
          </a:p>
        </p:txBody>
      </p:sp>
      <p:sp>
        <p:nvSpPr>
          <p:cNvPr id="5" name="Slide Number Placeholder 4">
            <a:extLst>
              <a:ext uri="{FF2B5EF4-FFF2-40B4-BE49-F238E27FC236}">
                <a16:creationId xmlns:a16="http://schemas.microsoft.com/office/drawing/2014/main" id="{4FD5BDF1-CF8F-A902-23D1-36EF53A183F8}"/>
              </a:ext>
            </a:extLst>
          </p:cNvPr>
          <p:cNvSpPr>
            <a:spLocks noGrp="1"/>
          </p:cNvSpPr>
          <p:nvPr>
            <p:ph type="sldNum" sz="quarter" idx="12"/>
          </p:nvPr>
        </p:nvSpPr>
        <p:spPr/>
        <p:txBody>
          <a:bodyPr/>
          <a:lstStyle/>
          <a:p>
            <a:fld id="{C1FF6DA9-008F-8B48-92A6-B652298478BF}"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pPr>
            <a:r>
              <a:t>Horizontal vs Vertical vs Federated Transfer Learning</a:t>
            </a:r>
          </a:p>
        </p:txBody>
      </p:sp>
      <p:sp>
        <p:nvSpPr>
          <p:cNvPr id="3" name="Content Placeholder 2"/>
          <p:cNvSpPr>
            <a:spLocks noGrp="1"/>
          </p:cNvSpPr>
          <p:nvPr>
            <p:ph idx="1"/>
          </p:nvPr>
        </p:nvSpPr>
        <p:spPr>
          <a:xfrm>
            <a:off x="457200" y="1966277"/>
            <a:ext cx="8229600" cy="4525963"/>
          </a:xfrm>
        </p:spPr>
        <p:txBody>
          <a:bodyPr>
            <a:normAutofit/>
          </a:bodyPr>
          <a:lstStyle/>
          <a:p>
            <a:pPr>
              <a:defRPr sz="1800"/>
            </a:pPr>
            <a:r>
              <a:rPr sz="2000" dirty="0"/>
              <a:t>In horizontal federated learning, participants share the same feature space but hold different samples, which is common across many users.</a:t>
            </a:r>
            <a:endParaRPr lang="en-US" sz="2000" dirty="0"/>
          </a:p>
          <a:p>
            <a:pPr marL="0" indent="0">
              <a:buNone/>
              <a:defRPr sz="1800"/>
            </a:pPr>
            <a:endParaRPr sz="2000" dirty="0"/>
          </a:p>
          <a:p>
            <a:pPr>
              <a:defRPr sz="1800"/>
            </a:pPr>
            <a:r>
              <a:rPr sz="2000" dirty="0"/>
              <a:t>In vertical federated learning, participants share the same set of entities but hold different features, such as a bank and a retailer sharing customer IDs.</a:t>
            </a:r>
            <a:endParaRPr lang="en-US" sz="2000" dirty="0"/>
          </a:p>
          <a:p>
            <a:pPr marL="0" indent="0">
              <a:buNone/>
              <a:defRPr sz="1800"/>
            </a:pPr>
            <a:endParaRPr sz="2000" dirty="0"/>
          </a:p>
          <a:p>
            <a:pPr>
              <a:defRPr sz="1800"/>
            </a:pPr>
            <a:r>
              <a:rPr sz="2000" dirty="0"/>
              <a:t>Federated transfer learning combines FL with transfer learning to handle limited overlap in features and samples by sharing learned representations.</a:t>
            </a:r>
          </a:p>
        </p:txBody>
      </p:sp>
      <p:sp>
        <p:nvSpPr>
          <p:cNvPr id="5" name="Slide Number Placeholder 4">
            <a:extLst>
              <a:ext uri="{FF2B5EF4-FFF2-40B4-BE49-F238E27FC236}">
                <a16:creationId xmlns:a16="http://schemas.microsoft.com/office/drawing/2014/main" id="{EDFA9A17-A6A3-AD84-A732-3F0A17F8F0D0}"/>
              </a:ext>
            </a:extLst>
          </p:cNvPr>
          <p:cNvSpPr>
            <a:spLocks noGrp="1"/>
          </p:cNvSpPr>
          <p:nvPr>
            <p:ph type="sldNum" sz="quarter" idx="12"/>
          </p:nvPr>
        </p:nvSpPr>
        <p:spPr/>
        <p:txBody>
          <a:bodyPr/>
          <a:lstStyle/>
          <a:p>
            <a:fld id="{C1FF6DA9-008F-8B48-92A6-B652298478BF}" type="slidenum">
              <a:rPr lang="en-US"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pPr>
            <a:r>
              <a:t>Foundational Algorithm: Federated SGD (FedSGD)</a:t>
            </a:r>
          </a:p>
        </p:txBody>
      </p:sp>
      <p:sp>
        <p:nvSpPr>
          <p:cNvPr id="3" name="Content Placeholder 2"/>
          <p:cNvSpPr>
            <a:spLocks noGrp="1"/>
          </p:cNvSpPr>
          <p:nvPr>
            <p:ph idx="1"/>
          </p:nvPr>
        </p:nvSpPr>
        <p:spPr>
          <a:xfrm>
            <a:off x="457200" y="2352760"/>
            <a:ext cx="8229600" cy="3400678"/>
          </a:xfrm>
        </p:spPr>
        <p:txBody>
          <a:bodyPr>
            <a:normAutofit/>
          </a:bodyPr>
          <a:lstStyle/>
          <a:p>
            <a:pPr>
              <a:defRPr sz="1800"/>
            </a:pPr>
            <a:r>
              <a:rPr sz="2000" dirty="0" err="1"/>
              <a:t>FedSGD</a:t>
            </a:r>
            <a:r>
              <a:rPr sz="2000" dirty="0"/>
              <a:t> broadcasts the global model to selected clients, who compute gradients on local data and send gradients back to the server.</a:t>
            </a:r>
            <a:endParaRPr lang="en-US" sz="2000" dirty="0"/>
          </a:p>
          <a:p>
            <a:pPr marL="0" indent="0">
              <a:buNone/>
              <a:defRPr sz="1800"/>
            </a:pPr>
            <a:endParaRPr sz="2000" dirty="0"/>
          </a:p>
          <a:p>
            <a:pPr>
              <a:defRPr sz="1800"/>
            </a:pPr>
            <a:r>
              <a:rPr sz="2000" dirty="0"/>
              <a:t>The server averages client gradients, often weighted by local sample counts, and performs a global update step.</a:t>
            </a:r>
            <a:endParaRPr lang="en-US" sz="2000" dirty="0"/>
          </a:p>
          <a:p>
            <a:pPr marL="0" indent="0">
              <a:buNone/>
              <a:defRPr sz="1800"/>
            </a:pPr>
            <a:endParaRPr sz="2000" dirty="0"/>
          </a:p>
          <a:p>
            <a:pPr>
              <a:defRPr sz="1800"/>
            </a:pPr>
            <a:r>
              <a:rPr sz="2000" dirty="0"/>
              <a:t>Although straightforward, </a:t>
            </a:r>
            <a:r>
              <a:rPr sz="2000" dirty="0" err="1"/>
              <a:t>FedSGD</a:t>
            </a:r>
            <a:r>
              <a:rPr sz="2000" dirty="0"/>
              <a:t> can be communication‑intensive because gradients are sent frequently.</a:t>
            </a:r>
          </a:p>
        </p:txBody>
      </p:sp>
      <p:sp>
        <p:nvSpPr>
          <p:cNvPr id="5" name="Slide Number Placeholder 4">
            <a:extLst>
              <a:ext uri="{FF2B5EF4-FFF2-40B4-BE49-F238E27FC236}">
                <a16:creationId xmlns:a16="http://schemas.microsoft.com/office/drawing/2014/main" id="{5136D2C0-D252-5ACC-BCF4-5086B9099D6F}"/>
              </a:ext>
            </a:extLst>
          </p:cNvPr>
          <p:cNvSpPr>
            <a:spLocks noGrp="1"/>
          </p:cNvSpPr>
          <p:nvPr>
            <p:ph type="sldNum" sz="quarter" idx="12"/>
          </p:nvPr>
        </p:nvSpPr>
        <p:spPr/>
        <p:txBody>
          <a:bodyPr/>
          <a:lstStyle/>
          <a:p>
            <a:fld id="{C1FF6DA9-008F-8B48-92A6-B652298478BF}" type="slidenum">
              <a:rPr lang="en-US" smtClean="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5760"/>
            <a:ext cx="8229600" cy="1143000"/>
          </a:xfrm>
        </p:spPr>
        <p:txBody>
          <a:bodyPr/>
          <a:lstStyle/>
          <a:p>
            <a:pPr>
              <a:defRPr sz="3400" b="1"/>
            </a:pPr>
            <a:r>
              <a:rPr dirty="0"/>
              <a:t>Foundational Algorithm: Federated Averaging (</a:t>
            </a:r>
            <a:r>
              <a:rPr dirty="0" err="1"/>
              <a:t>FedAvg</a:t>
            </a:r>
            <a:r>
              <a:rPr dirty="0"/>
              <a:t>)</a:t>
            </a:r>
          </a:p>
        </p:txBody>
      </p:sp>
      <p:sp>
        <p:nvSpPr>
          <p:cNvPr id="3" name="Content Placeholder 2"/>
          <p:cNvSpPr>
            <a:spLocks noGrp="1"/>
          </p:cNvSpPr>
          <p:nvPr>
            <p:ph idx="1"/>
          </p:nvPr>
        </p:nvSpPr>
        <p:spPr>
          <a:xfrm>
            <a:off x="457200" y="2223288"/>
            <a:ext cx="8229600" cy="3400678"/>
          </a:xfrm>
        </p:spPr>
        <p:txBody>
          <a:bodyPr>
            <a:normAutofit/>
          </a:bodyPr>
          <a:lstStyle/>
          <a:p>
            <a:pPr>
              <a:defRPr sz="1800"/>
            </a:pPr>
            <a:r>
              <a:rPr sz="2000" dirty="0" err="1"/>
              <a:t>FedAvg</a:t>
            </a:r>
            <a:r>
              <a:rPr sz="2000" dirty="0"/>
              <a:t> allows clients to perform several local SGD steps before transmitting updated model parameters to the server.</a:t>
            </a:r>
            <a:endParaRPr lang="en-US" sz="2000" dirty="0"/>
          </a:p>
          <a:p>
            <a:pPr marL="0" indent="0">
              <a:buNone/>
              <a:defRPr sz="1800"/>
            </a:pPr>
            <a:endParaRPr sz="2000" dirty="0"/>
          </a:p>
          <a:p>
            <a:pPr>
              <a:defRPr sz="1800"/>
            </a:pPr>
            <a:r>
              <a:rPr sz="2000" dirty="0"/>
              <a:t>By reducing how often updates are sent, </a:t>
            </a:r>
            <a:r>
              <a:rPr sz="2000" dirty="0" err="1"/>
              <a:t>FedAvg</a:t>
            </a:r>
            <a:r>
              <a:rPr sz="2000" dirty="0"/>
              <a:t> can decrease communication rounds by an order of magnitude compared to </a:t>
            </a:r>
            <a:r>
              <a:rPr sz="2000" dirty="0" err="1"/>
              <a:t>FedSGD</a:t>
            </a:r>
            <a:r>
              <a:rPr sz="2000" dirty="0"/>
              <a:t>.</a:t>
            </a:r>
            <a:endParaRPr lang="en-US" sz="2000" dirty="0"/>
          </a:p>
          <a:p>
            <a:pPr marL="0" indent="0">
              <a:buNone/>
              <a:defRPr sz="1800"/>
            </a:pPr>
            <a:endParaRPr sz="2000" dirty="0"/>
          </a:p>
          <a:p>
            <a:pPr>
              <a:defRPr sz="1800"/>
            </a:pPr>
            <a:r>
              <a:rPr sz="2000" dirty="0"/>
              <a:t>This design makes large‑scale FL practical on edge devices that connect intermittently.</a:t>
            </a:r>
          </a:p>
        </p:txBody>
      </p:sp>
      <p:sp>
        <p:nvSpPr>
          <p:cNvPr id="5" name="Slide Number Placeholder 4">
            <a:extLst>
              <a:ext uri="{FF2B5EF4-FFF2-40B4-BE49-F238E27FC236}">
                <a16:creationId xmlns:a16="http://schemas.microsoft.com/office/drawing/2014/main" id="{3600EDE5-DE0A-3FF9-C98C-B9BA60C834EB}"/>
              </a:ext>
            </a:extLst>
          </p:cNvPr>
          <p:cNvSpPr>
            <a:spLocks noGrp="1"/>
          </p:cNvSpPr>
          <p:nvPr>
            <p:ph type="sldNum" sz="quarter" idx="12"/>
          </p:nvPr>
        </p:nvSpPr>
        <p:spPr/>
        <p:txBody>
          <a:bodyPr/>
          <a:lstStyle/>
          <a:p>
            <a:fld id="{C1FF6DA9-008F-8B48-92A6-B652298478BF}"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5760"/>
            <a:ext cx="8229600" cy="1143000"/>
          </a:xfrm>
        </p:spPr>
        <p:txBody>
          <a:bodyPr/>
          <a:lstStyle/>
          <a:p>
            <a:pPr>
              <a:defRPr sz="3400" b="1"/>
            </a:pPr>
            <a:r>
              <a:rPr dirty="0"/>
              <a:t>Personalized Federated Learning (PFL)</a:t>
            </a:r>
          </a:p>
        </p:txBody>
      </p:sp>
      <p:sp>
        <p:nvSpPr>
          <p:cNvPr id="3" name="Content Placeholder 2"/>
          <p:cNvSpPr>
            <a:spLocks noGrp="1"/>
          </p:cNvSpPr>
          <p:nvPr>
            <p:ph idx="1"/>
          </p:nvPr>
        </p:nvSpPr>
        <p:spPr>
          <a:xfrm>
            <a:off x="457200" y="2007838"/>
            <a:ext cx="8229600" cy="3441138"/>
          </a:xfrm>
        </p:spPr>
        <p:txBody>
          <a:bodyPr>
            <a:normAutofit/>
          </a:bodyPr>
          <a:lstStyle/>
          <a:p>
            <a:pPr>
              <a:defRPr sz="1800"/>
            </a:pPr>
            <a:r>
              <a:rPr sz="2000" dirty="0"/>
              <a:t>Personalized federated learning trains models that are adapted to each client’s local data while still benefiting from collaboration.</a:t>
            </a:r>
            <a:endParaRPr lang="en-US" sz="2000" dirty="0"/>
          </a:p>
          <a:p>
            <a:pPr marL="0" indent="0">
              <a:buNone/>
              <a:defRPr sz="1800"/>
            </a:pPr>
            <a:endParaRPr sz="2000" dirty="0"/>
          </a:p>
          <a:p>
            <a:pPr>
              <a:defRPr sz="1800"/>
            </a:pPr>
            <a:r>
              <a:rPr sz="2000" dirty="0"/>
              <a:t>Approaches include fine‑tuning, adding personalized layers, or combining global and local objectives during training.</a:t>
            </a:r>
            <a:endParaRPr lang="en-US" sz="2000" dirty="0"/>
          </a:p>
          <a:p>
            <a:pPr marL="0" indent="0">
              <a:buNone/>
              <a:defRPr sz="1800"/>
            </a:pPr>
            <a:endParaRPr sz="2000" dirty="0"/>
          </a:p>
          <a:p>
            <a:pPr>
              <a:defRPr sz="1800"/>
            </a:pPr>
            <a:r>
              <a:rPr sz="2000" dirty="0"/>
              <a:t>Personalization acknowledges that one global model may not serve all clients equally well when data is highly heterogeneous.</a:t>
            </a:r>
          </a:p>
        </p:txBody>
      </p:sp>
      <p:sp>
        <p:nvSpPr>
          <p:cNvPr id="5" name="Slide Number Placeholder 4">
            <a:extLst>
              <a:ext uri="{FF2B5EF4-FFF2-40B4-BE49-F238E27FC236}">
                <a16:creationId xmlns:a16="http://schemas.microsoft.com/office/drawing/2014/main" id="{9AB7D8CE-716A-1E32-24D8-DDCB87CD6CA9}"/>
              </a:ext>
            </a:extLst>
          </p:cNvPr>
          <p:cNvSpPr>
            <a:spLocks noGrp="1"/>
          </p:cNvSpPr>
          <p:nvPr>
            <p:ph type="sldNum" sz="quarter" idx="12"/>
          </p:nvPr>
        </p:nvSpPr>
        <p:spPr/>
        <p:txBody>
          <a:bodyPr/>
          <a:lstStyle/>
          <a:p>
            <a:fld id="{C1FF6DA9-008F-8B48-92A6-B652298478BF}" type="slidenum">
              <a:rPr lang="en-US" smtClean="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pPr>
            <a:r>
              <a:t>Clustered Federated Learning (CFL)</a:t>
            </a:r>
          </a:p>
        </p:txBody>
      </p:sp>
      <p:sp>
        <p:nvSpPr>
          <p:cNvPr id="3" name="Content Placeholder 2"/>
          <p:cNvSpPr>
            <a:spLocks noGrp="1"/>
          </p:cNvSpPr>
          <p:nvPr>
            <p:ph idx="1"/>
          </p:nvPr>
        </p:nvSpPr>
        <p:spPr>
          <a:xfrm>
            <a:off x="457200" y="2134275"/>
            <a:ext cx="8229600" cy="3473506"/>
          </a:xfrm>
        </p:spPr>
        <p:txBody>
          <a:bodyPr>
            <a:normAutofit/>
          </a:bodyPr>
          <a:lstStyle/>
          <a:p>
            <a:pPr>
              <a:defRPr sz="1800"/>
            </a:pPr>
            <a:r>
              <a:rPr sz="2000" dirty="0"/>
              <a:t>Clustered federated learning groups clients with similar data distributions so that a shared model within each cluster fits better.</a:t>
            </a:r>
            <a:endParaRPr lang="en-US" sz="2000" dirty="0"/>
          </a:p>
          <a:p>
            <a:pPr marL="0" indent="0">
              <a:buNone/>
              <a:defRPr sz="1800"/>
            </a:pPr>
            <a:endParaRPr sz="2000" dirty="0"/>
          </a:p>
          <a:p>
            <a:pPr>
              <a:defRPr sz="1800"/>
            </a:pPr>
            <a:r>
              <a:rPr sz="2000" dirty="0"/>
              <a:t>Clustering reduces interference from dissimilar clients and can improve accuracy where populations differ significantly.</a:t>
            </a:r>
            <a:endParaRPr lang="en-US" sz="2000" dirty="0"/>
          </a:p>
          <a:p>
            <a:pPr marL="0" indent="0">
              <a:buNone/>
              <a:defRPr sz="1800"/>
            </a:pPr>
            <a:endParaRPr sz="2000" dirty="0"/>
          </a:p>
          <a:p>
            <a:pPr>
              <a:defRPr sz="1800"/>
            </a:pPr>
            <a:r>
              <a:rPr sz="2000" dirty="0"/>
              <a:t>Determining the number of clusters is nontrivial because the underlying client distributions are typically unknown.</a:t>
            </a:r>
          </a:p>
        </p:txBody>
      </p:sp>
      <p:sp>
        <p:nvSpPr>
          <p:cNvPr id="5" name="Slide Number Placeholder 4">
            <a:extLst>
              <a:ext uri="{FF2B5EF4-FFF2-40B4-BE49-F238E27FC236}">
                <a16:creationId xmlns:a16="http://schemas.microsoft.com/office/drawing/2014/main" id="{3F831D51-4F25-0DA3-08EF-2A1C9C41000F}"/>
              </a:ext>
            </a:extLst>
          </p:cNvPr>
          <p:cNvSpPr>
            <a:spLocks noGrp="1"/>
          </p:cNvSpPr>
          <p:nvPr>
            <p:ph type="sldNum" sz="quarter" idx="12"/>
          </p:nvPr>
        </p:nvSpPr>
        <p:spPr/>
        <p:txBody>
          <a:bodyPr/>
          <a:lstStyle/>
          <a:p>
            <a:fld id="{C1FF6DA9-008F-8B48-92A6-B652298478BF}" type="slidenum">
              <a:rPr lang="en-US" smtClean="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pPr>
            <a:r>
              <a:t>Handling Heterogeneity: FedProx</a:t>
            </a:r>
          </a:p>
        </p:txBody>
      </p:sp>
      <p:sp>
        <p:nvSpPr>
          <p:cNvPr id="3" name="Content Placeholder 2"/>
          <p:cNvSpPr>
            <a:spLocks noGrp="1"/>
          </p:cNvSpPr>
          <p:nvPr>
            <p:ph idx="1"/>
          </p:nvPr>
        </p:nvSpPr>
        <p:spPr>
          <a:xfrm>
            <a:off x="457200" y="2149448"/>
            <a:ext cx="8229600" cy="3384494"/>
          </a:xfrm>
        </p:spPr>
        <p:txBody>
          <a:bodyPr>
            <a:normAutofit/>
          </a:bodyPr>
          <a:lstStyle/>
          <a:p>
            <a:pPr>
              <a:defRPr sz="1800"/>
            </a:pPr>
            <a:r>
              <a:rPr sz="2000" dirty="0" err="1"/>
              <a:t>FedProx</a:t>
            </a:r>
            <a:r>
              <a:rPr sz="2000" dirty="0"/>
              <a:t> stabilizes training under non‑IID data by adding a proximal term to the local objective to discourage excessive drift from the global model.</a:t>
            </a:r>
            <a:endParaRPr lang="en-US" sz="2000" dirty="0"/>
          </a:p>
          <a:p>
            <a:pPr marL="0" indent="0">
              <a:buNone/>
              <a:defRPr sz="1800"/>
            </a:pPr>
            <a:endParaRPr sz="2000" dirty="0"/>
          </a:p>
          <a:p>
            <a:pPr>
              <a:defRPr sz="1800"/>
            </a:pPr>
            <a:r>
              <a:rPr sz="2000" dirty="0"/>
              <a:t>The proximal </a:t>
            </a:r>
            <a:r>
              <a:rPr sz="2000" dirty="0" err="1"/>
              <a:t>regularizer</a:t>
            </a:r>
            <a:r>
              <a:rPr sz="2000" dirty="0"/>
              <a:t> helps align local updates with global goals while allowing useful local progress.</a:t>
            </a:r>
            <a:endParaRPr lang="en-US" sz="2000" dirty="0"/>
          </a:p>
          <a:p>
            <a:pPr marL="0" indent="0">
              <a:buNone/>
              <a:defRPr sz="1800"/>
            </a:pPr>
            <a:endParaRPr sz="2000" dirty="0"/>
          </a:p>
          <a:p>
            <a:pPr>
              <a:defRPr sz="1800"/>
            </a:pPr>
            <a:r>
              <a:rPr sz="2000" dirty="0"/>
              <a:t>This technique often improves convergence in settings with uneven data and compute resources.</a:t>
            </a:r>
          </a:p>
        </p:txBody>
      </p:sp>
      <p:sp>
        <p:nvSpPr>
          <p:cNvPr id="5" name="Slide Number Placeholder 4">
            <a:extLst>
              <a:ext uri="{FF2B5EF4-FFF2-40B4-BE49-F238E27FC236}">
                <a16:creationId xmlns:a16="http://schemas.microsoft.com/office/drawing/2014/main" id="{9215911C-306C-3800-003F-CADCFA3435A8}"/>
              </a:ext>
            </a:extLst>
          </p:cNvPr>
          <p:cNvSpPr>
            <a:spLocks noGrp="1"/>
          </p:cNvSpPr>
          <p:nvPr>
            <p:ph type="sldNum" sz="quarter" idx="12"/>
          </p:nvPr>
        </p:nvSpPr>
        <p:spPr/>
        <p:txBody>
          <a:bodyPr/>
          <a:lstStyle/>
          <a:p>
            <a:fld id="{C1FF6DA9-008F-8B48-92A6-B652298478BF}" type="slidenum">
              <a:rPr lang="en-US" smtClean="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pPr>
            <a:r>
              <a:t>Handling Heterogeneity: FedDyn</a:t>
            </a:r>
          </a:p>
        </p:txBody>
      </p:sp>
      <p:sp>
        <p:nvSpPr>
          <p:cNvPr id="3" name="Content Placeholder 2"/>
          <p:cNvSpPr>
            <a:spLocks noGrp="1"/>
          </p:cNvSpPr>
          <p:nvPr>
            <p:ph idx="1"/>
          </p:nvPr>
        </p:nvSpPr>
        <p:spPr>
          <a:xfrm>
            <a:off x="457200" y="2004803"/>
            <a:ext cx="8229600" cy="3433046"/>
          </a:xfrm>
        </p:spPr>
        <p:txBody>
          <a:bodyPr>
            <a:normAutofit/>
          </a:bodyPr>
          <a:lstStyle/>
          <a:p>
            <a:pPr>
              <a:defRPr sz="1800"/>
            </a:pPr>
            <a:r>
              <a:rPr sz="2000" dirty="0" err="1"/>
              <a:t>FedDyn</a:t>
            </a:r>
            <a:r>
              <a:rPr sz="2000" dirty="0"/>
              <a:t> dynamically regularizes each client’s loss so that fully optimizing the local objective remains compatible with global convergence.</a:t>
            </a:r>
            <a:endParaRPr lang="en-US" sz="2000" dirty="0"/>
          </a:p>
          <a:p>
            <a:pPr marL="0" indent="0">
              <a:buNone/>
              <a:defRPr sz="1800"/>
            </a:pPr>
            <a:endParaRPr sz="2000" dirty="0"/>
          </a:p>
          <a:p>
            <a:pPr>
              <a:defRPr sz="1800"/>
            </a:pPr>
            <a:r>
              <a:rPr sz="2000" dirty="0"/>
              <a:t>By aligning local and global objectives during training, </a:t>
            </a:r>
            <a:r>
              <a:rPr sz="2000" dirty="0" err="1"/>
              <a:t>FedDyn</a:t>
            </a:r>
            <a:r>
              <a:rPr sz="2000" dirty="0"/>
              <a:t> mitigates client drift without restricting local computation unduly.</a:t>
            </a:r>
            <a:endParaRPr lang="en-US" sz="2000" dirty="0"/>
          </a:p>
          <a:p>
            <a:pPr marL="0" indent="0">
              <a:buNone/>
              <a:defRPr sz="1800"/>
            </a:pPr>
            <a:endParaRPr sz="2000" dirty="0"/>
          </a:p>
          <a:p>
            <a:pPr>
              <a:defRPr sz="1800"/>
            </a:pPr>
            <a:r>
              <a:rPr sz="2000" dirty="0"/>
              <a:t>This method is robust across varying levels of data heterogeneity.</a:t>
            </a:r>
          </a:p>
        </p:txBody>
      </p:sp>
      <p:sp>
        <p:nvSpPr>
          <p:cNvPr id="5" name="Slide Number Placeholder 4">
            <a:extLst>
              <a:ext uri="{FF2B5EF4-FFF2-40B4-BE49-F238E27FC236}">
                <a16:creationId xmlns:a16="http://schemas.microsoft.com/office/drawing/2014/main" id="{977AC8DD-22E7-7FB0-810E-8D12F105F172}"/>
              </a:ext>
            </a:extLst>
          </p:cNvPr>
          <p:cNvSpPr>
            <a:spLocks noGrp="1"/>
          </p:cNvSpPr>
          <p:nvPr>
            <p:ph type="sldNum" sz="quarter" idx="12"/>
          </p:nvPr>
        </p:nvSpPr>
        <p:spPr/>
        <p:txBody>
          <a:bodyPr/>
          <a:lstStyle/>
          <a:p>
            <a:fld id="{C1FF6DA9-008F-8B48-92A6-B652298478BF}" type="slidenum">
              <a:rPr lang="en-US" smtClean="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pPr>
            <a:r>
              <a:t>Variance Reduction: SCAFFOLD</a:t>
            </a:r>
          </a:p>
        </p:txBody>
      </p:sp>
      <p:sp>
        <p:nvSpPr>
          <p:cNvPr id="3" name="Content Placeholder 2"/>
          <p:cNvSpPr>
            <a:spLocks noGrp="1"/>
          </p:cNvSpPr>
          <p:nvPr>
            <p:ph idx="1"/>
          </p:nvPr>
        </p:nvSpPr>
        <p:spPr>
          <a:xfrm>
            <a:off x="457200" y="1971625"/>
            <a:ext cx="8229600" cy="3255021"/>
          </a:xfrm>
        </p:spPr>
        <p:txBody>
          <a:bodyPr>
            <a:normAutofit/>
          </a:bodyPr>
          <a:lstStyle/>
          <a:p>
            <a:pPr>
              <a:defRPr sz="1800"/>
            </a:pPr>
            <a:r>
              <a:rPr sz="2000" dirty="0"/>
              <a:t>SCAFFOLD maintains control variates for clients and the server to correct biased local updates that arise from data heterogeneity.</a:t>
            </a:r>
            <a:endParaRPr lang="en-US" sz="2000" dirty="0"/>
          </a:p>
          <a:p>
            <a:pPr marL="0" indent="0">
              <a:buNone/>
              <a:defRPr sz="1800"/>
            </a:pPr>
            <a:endParaRPr sz="2000" dirty="0"/>
          </a:p>
          <a:p>
            <a:pPr>
              <a:defRPr sz="1800"/>
            </a:pPr>
            <a:r>
              <a:rPr sz="2000" dirty="0"/>
              <a:t>During local training, gradients are adjusted by subtracting the client’s control variate and adding the server’s estimate of global drift.</a:t>
            </a:r>
            <a:endParaRPr lang="en-US" sz="2000" dirty="0"/>
          </a:p>
          <a:p>
            <a:pPr marL="0" indent="0">
              <a:buNone/>
              <a:defRPr sz="1800"/>
            </a:pPr>
            <a:endParaRPr sz="2000" dirty="0"/>
          </a:p>
          <a:p>
            <a:pPr>
              <a:defRPr sz="1800"/>
            </a:pPr>
            <a:r>
              <a:rPr sz="2000" dirty="0"/>
              <a:t>This correction reduces variance across client updates and leads to more stable and faster convergence.</a:t>
            </a:r>
          </a:p>
        </p:txBody>
      </p:sp>
      <p:sp>
        <p:nvSpPr>
          <p:cNvPr id="5" name="Slide Number Placeholder 4">
            <a:extLst>
              <a:ext uri="{FF2B5EF4-FFF2-40B4-BE49-F238E27FC236}">
                <a16:creationId xmlns:a16="http://schemas.microsoft.com/office/drawing/2014/main" id="{9F76C7D4-E0C5-8BA6-37D1-3D80F786C8CD}"/>
              </a:ext>
            </a:extLst>
          </p:cNvPr>
          <p:cNvSpPr>
            <a:spLocks noGrp="1"/>
          </p:cNvSpPr>
          <p:nvPr>
            <p:ph type="sldNum" sz="quarter" idx="12"/>
          </p:nvPr>
        </p:nvSpPr>
        <p:spPr/>
        <p:txBody>
          <a:bodyPr/>
          <a:lstStyle/>
          <a:p>
            <a:fld id="{C1FF6DA9-008F-8B48-92A6-B652298478BF}" type="slidenum">
              <a:rPr lang="en-US" smtClean="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pPr>
            <a:r>
              <a:t>Dynamic Aggregation: Inverse Distance Aggregation (IDA)</a:t>
            </a:r>
          </a:p>
        </p:txBody>
      </p:sp>
      <p:sp>
        <p:nvSpPr>
          <p:cNvPr id="3" name="Content Placeholder 2"/>
          <p:cNvSpPr>
            <a:spLocks noGrp="1"/>
          </p:cNvSpPr>
          <p:nvPr>
            <p:ph idx="1"/>
          </p:nvPr>
        </p:nvSpPr>
        <p:spPr>
          <a:xfrm>
            <a:off x="457200" y="2118091"/>
            <a:ext cx="8229600" cy="3497782"/>
          </a:xfrm>
        </p:spPr>
        <p:txBody>
          <a:bodyPr>
            <a:normAutofit/>
          </a:bodyPr>
          <a:lstStyle/>
          <a:p>
            <a:pPr>
              <a:defRPr sz="1800"/>
            </a:pPr>
            <a:r>
              <a:rPr sz="2000" dirty="0"/>
              <a:t>Inverse distance aggregation assigns lower weights to client updates that deviate far from the current global model in parameter space.</a:t>
            </a:r>
            <a:endParaRPr lang="en-US" sz="2000" dirty="0"/>
          </a:p>
          <a:p>
            <a:pPr marL="0" indent="0">
              <a:buNone/>
              <a:defRPr sz="1800"/>
            </a:pPr>
            <a:endParaRPr sz="2000" dirty="0"/>
          </a:p>
          <a:p>
            <a:pPr>
              <a:defRPr sz="1800"/>
            </a:pPr>
            <a:r>
              <a:rPr sz="2000" dirty="0"/>
              <a:t>Distances can be measured with norms such as Euclidean distance, and weights are set inversely proportional to those distances.</a:t>
            </a:r>
            <a:endParaRPr lang="en-US" sz="2000" dirty="0"/>
          </a:p>
          <a:p>
            <a:pPr marL="0" indent="0">
              <a:buNone/>
              <a:defRPr sz="1800"/>
            </a:pPr>
            <a:endParaRPr sz="2000" dirty="0"/>
          </a:p>
          <a:p>
            <a:pPr>
              <a:defRPr sz="1800"/>
            </a:pPr>
            <a:r>
              <a:rPr sz="2000" dirty="0"/>
              <a:t>This strategy reduces the influence of outliers and can improve robustness on skewed, non‑IID data.</a:t>
            </a:r>
          </a:p>
        </p:txBody>
      </p:sp>
      <p:sp>
        <p:nvSpPr>
          <p:cNvPr id="5" name="Slide Number Placeholder 4">
            <a:extLst>
              <a:ext uri="{FF2B5EF4-FFF2-40B4-BE49-F238E27FC236}">
                <a16:creationId xmlns:a16="http://schemas.microsoft.com/office/drawing/2014/main" id="{ED3C1954-E0BB-FE3B-D14D-DFE970532864}"/>
              </a:ext>
            </a:extLst>
          </p:cNvPr>
          <p:cNvSpPr>
            <a:spLocks noGrp="1"/>
          </p:cNvSpPr>
          <p:nvPr>
            <p:ph type="sldNum" sz="quarter" idx="12"/>
          </p:nvPr>
        </p:nvSpPr>
        <p:spPr/>
        <p:txBody>
          <a:bodyPr/>
          <a:lstStyle/>
          <a:p>
            <a:fld id="{C1FF6DA9-008F-8B48-92A6-B652298478BF}" type="slidenum">
              <a:rPr lang="en-US" smtClean="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pPr>
            <a:r>
              <a:t>Advanced Optimizers and Sub‑FedAvg</a:t>
            </a:r>
          </a:p>
        </p:txBody>
      </p:sp>
      <p:sp>
        <p:nvSpPr>
          <p:cNvPr id="3" name="Content Placeholder 2"/>
          <p:cNvSpPr>
            <a:spLocks noGrp="1"/>
          </p:cNvSpPr>
          <p:nvPr>
            <p:ph idx="1"/>
          </p:nvPr>
        </p:nvSpPr>
        <p:spPr>
          <a:xfrm>
            <a:off x="457200" y="1963691"/>
            <a:ext cx="8229600" cy="3708175"/>
          </a:xfrm>
        </p:spPr>
        <p:txBody>
          <a:bodyPr>
            <a:normAutofit/>
          </a:bodyPr>
          <a:lstStyle/>
          <a:p>
            <a:pPr>
              <a:defRPr sz="1800"/>
            </a:pPr>
            <a:r>
              <a:rPr sz="2000" dirty="0"/>
              <a:t>Adaptive optimizers such as Adam and </a:t>
            </a:r>
            <a:r>
              <a:rPr sz="2000" dirty="0" err="1"/>
              <a:t>AdaGrad</a:t>
            </a:r>
            <a:r>
              <a:rPr sz="2000" dirty="0"/>
              <a:t> can be used within the federated setting to speed and stabilize convergence.</a:t>
            </a:r>
            <a:endParaRPr lang="en-US" sz="2000" dirty="0"/>
          </a:p>
          <a:p>
            <a:pPr marL="0" indent="0">
              <a:buNone/>
              <a:defRPr sz="1800"/>
            </a:pPr>
            <a:endParaRPr sz="2000" dirty="0"/>
          </a:p>
          <a:p>
            <a:pPr>
              <a:defRPr sz="1800"/>
            </a:pPr>
            <a:r>
              <a:rPr sz="2000" dirty="0"/>
              <a:t>Sub‑</a:t>
            </a:r>
            <a:r>
              <a:rPr sz="2000" dirty="0" err="1"/>
              <a:t>FedAvg</a:t>
            </a:r>
            <a:r>
              <a:rPr sz="2000" dirty="0"/>
              <a:t> prunes client networks and averages intersecting subnetworks to save bandwidth while supporting personalization.</a:t>
            </a:r>
            <a:endParaRPr lang="en-US" sz="2000" dirty="0"/>
          </a:p>
          <a:p>
            <a:pPr marL="0" indent="0">
              <a:buNone/>
              <a:defRPr sz="1800"/>
            </a:pPr>
            <a:endParaRPr sz="2000" dirty="0"/>
          </a:p>
          <a:p>
            <a:pPr>
              <a:defRPr sz="1800"/>
            </a:pPr>
            <a:r>
              <a:rPr sz="2000" dirty="0"/>
              <a:t>These techniques address resource constraints and heterogeneous client needs more effectively than plain averaging.</a:t>
            </a:r>
          </a:p>
        </p:txBody>
      </p:sp>
      <p:sp>
        <p:nvSpPr>
          <p:cNvPr id="5" name="Slide Number Placeholder 4">
            <a:extLst>
              <a:ext uri="{FF2B5EF4-FFF2-40B4-BE49-F238E27FC236}">
                <a16:creationId xmlns:a16="http://schemas.microsoft.com/office/drawing/2014/main" id="{A6ED3C99-D60F-1594-85BB-81D54421517A}"/>
              </a:ext>
            </a:extLst>
          </p:cNvPr>
          <p:cNvSpPr>
            <a:spLocks noGrp="1"/>
          </p:cNvSpPr>
          <p:nvPr>
            <p:ph type="sldNum" sz="quarter" idx="12"/>
          </p:nvPr>
        </p:nvSpPr>
        <p:spPr/>
        <p:txBody>
          <a:bodyPr/>
          <a:lstStyle/>
          <a:p>
            <a:fld id="{C1FF6DA9-008F-8B48-92A6-B652298478BF}" type="slidenum">
              <a:rPr lang="en-US" smtClean="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pPr>
            <a:r>
              <a:t>Communication Is the Main Bottleneck</a:t>
            </a:r>
          </a:p>
        </p:txBody>
      </p:sp>
      <p:sp>
        <p:nvSpPr>
          <p:cNvPr id="3" name="Content Placeholder 2"/>
          <p:cNvSpPr>
            <a:spLocks noGrp="1"/>
          </p:cNvSpPr>
          <p:nvPr>
            <p:ph idx="1"/>
          </p:nvPr>
        </p:nvSpPr>
        <p:spPr>
          <a:xfrm>
            <a:off x="457200" y="1874521"/>
            <a:ext cx="8229600" cy="3505874"/>
          </a:xfrm>
        </p:spPr>
        <p:txBody>
          <a:bodyPr>
            <a:normAutofit/>
          </a:bodyPr>
          <a:lstStyle/>
          <a:p>
            <a:pPr>
              <a:defRPr sz="1800"/>
            </a:pPr>
            <a:r>
              <a:rPr sz="2000" dirty="0"/>
              <a:t>The dominant cost in federated training is often communication rather than local computation, especially for deep models.</a:t>
            </a:r>
            <a:endParaRPr lang="en-US" sz="2000" dirty="0"/>
          </a:p>
          <a:p>
            <a:pPr marL="0" indent="0">
              <a:buNone/>
              <a:defRPr sz="1800"/>
            </a:pPr>
            <a:endParaRPr sz="2000" dirty="0"/>
          </a:p>
          <a:p>
            <a:pPr>
              <a:defRPr sz="1800"/>
            </a:pPr>
            <a:r>
              <a:rPr sz="2000" dirty="0"/>
              <a:t>Large updates and frequent rounds can overwhelm limited bandwidth and delay convergence on edge networks.</a:t>
            </a:r>
            <a:endParaRPr lang="en-US" sz="2000" dirty="0"/>
          </a:p>
          <a:p>
            <a:pPr marL="0" indent="0">
              <a:buNone/>
              <a:defRPr sz="1800"/>
            </a:pPr>
            <a:endParaRPr sz="2000" dirty="0"/>
          </a:p>
          <a:p>
            <a:pPr>
              <a:defRPr sz="1800"/>
            </a:pPr>
            <a:r>
              <a:rPr sz="2000" dirty="0"/>
              <a:t>Managing dropouts and stragglers further complicates coordination across many clients.</a:t>
            </a:r>
          </a:p>
        </p:txBody>
      </p:sp>
      <p:sp>
        <p:nvSpPr>
          <p:cNvPr id="5" name="Slide Number Placeholder 4">
            <a:extLst>
              <a:ext uri="{FF2B5EF4-FFF2-40B4-BE49-F238E27FC236}">
                <a16:creationId xmlns:a16="http://schemas.microsoft.com/office/drawing/2014/main" id="{7AFE7180-768C-BB82-81C8-C0BD996BF8F0}"/>
              </a:ext>
            </a:extLst>
          </p:cNvPr>
          <p:cNvSpPr>
            <a:spLocks noGrp="1"/>
          </p:cNvSpPr>
          <p:nvPr>
            <p:ph type="sldNum" sz="quarter" idx="12"/>
          </p:nvPr>
        </p:nvSpPr>
        <p:spPr/>
        <p:txBody>
          <a:bodyPr/>
          <a:lstStyle/>
          <a:p>
            <a:fld id="{C1FF6DA9-008F-8B48-92A6-B652298478BF}" type="slidenum">
              <a:rPr lang="en-US" smtClean="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pPr>
            <a:r>
              <a:t>Reducing Communication: Fewer, Smarter Updates</a:t>
            </a:r>
          </a:p>
        </p:txBody>
      </p:sp>
      <p:sp>
        <p:nvSpPr>
          <p:cNvPr id="3" name="Content Placeholder 2"/>
          <p:cNvSpPr>
            <a:spLocks noGrp="1"/>
          </p:cNvSpPr>
          <p:nvPr>
            <p:ph idx="1"/>
          </p:nvPr>
        </p:nvSpPr>
        <p:spPr>
          <a:xfrm>
            <a:off x="457200" y="2072934"/>
            <a:ext cx="8229600" cy="3489690"/>
          </a:xfrm>
        </p:spPr>
        <p:txBody>
          <a:bodyPr>
            <a:normAutofit/>
          </a:bodyPr>
          <a:lstStyle/>
          <a:p>
            <a:pPr>
              <a:defRPr sz="1800"/>
            </a:pPr>
            <a:r>
              <a:rPr sz="2000" dirty="0"/>
              <a:t>Letting clients train locally for multiple steps before sending updates reduces the number of rounds required.</a:t>
            </a:r>
            <a:endParaRPr lang="en-US" sz="2000" dirty="0"/>
          </a:p>
          <a:p>
            <a:pPr marL="0" indent="0">
              <a:buNone/>
              <a:defRPr sz="1800"/>
            </a:pPr>
            <a:endParaRPr sz="2000" dirty="0"/>
          </a:p>
          <a:p>
            <a:pPr>
              <a:defRPr sz="1800"/>
            </a:pPr>
            <a:r>
              <a:rPr sz="2000" dirty="0"/>
              <a:t>Event‑triggered policies send an update only when a client’s local change exceeds a meaningful threshold.</a:t>
            </a:r>
            <a:endParaRPr lang="en-US" sz="2000" dirty="0"/>
          </a:p>
          <a:p>
            <a:pPr marL="0" indent="0">
              <a:buNone/>
              <a:defRPr sz="1800"/>
            </a:pPr>
            <a:endParaRPr sz="2000" dirty="0"/>
          </a:p>
          <a:p>
            <a:pPr>
              <a:defRPr sz="1800"/>
            </a:pPr>
            <a:r>
              <a:rPr sz="2000" dirty="0"/>
              <a:t>These strategies reduce unnecessary traffic while preserving most of the learning signal.</a:t>
            </a:r>
          </a:p>
        </p:txBody>
      </p:sp>
      <p:sp>
        <p:nvSpPr>
          <p:cNvPr id="5" name="Slide Number Placeholder 4">
            <a:extLst>
              <a:ext uri="{FF2B5EF4-FFF2-40B4-BE49-F238E27FC236}">
                <a16:creationId xmlns:a16="http://schemas.microsoft.com/office/drawing/2014/main" id="{9C217F61-B7A4-272E-C851-7FAF51B6C8AD}"/>
              </a:ext>
            </a:extLst>
          </p:cNvPr>
          <p:cNvSpPr>
            <a:spLocks noGrp="1"/>
          </p:cNvSpPr>
          <p:nvPr>
            <p:ph type="sldNum" sz="quarter" idx="12"/>
          </p:nvPr>
        </p:nvSpPr>
        <p:spPr/>
        <p:txBody>
          <a:bodyPr/>
          <a:lstStyle/>
          <a:p>
            <a:fld id="{C1FF6DA9-008F-8B48-92A6-B652298478BF}" type="slidenum">
              <a:rPr lang="en-US" smtClean="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pPr>
            <a:r>
              <a:t>Reducing Communication: Quantization</a:t>
            </a:r>
          </a:p>
        </p:txBody>
      </p:sp>
      <p:sp>
        <p:nvSpPr>
          <p:cNvPr id="3" name="Content Placeholder 2"/>
          <p:cNvSpPr>
            <a:spLocks noGrp="1"/>
          </p:cNvSpPr>
          <p:nvPr>
            <p:ph idx="1"/>
          </p:nvPr>
        </p:nvSpPr>
        <p:spPr>
          <a:xfrm>
            <a:off x="457200" y="2028068"/>
            <a:ext cx="8229600" cy="3335942"/>
          </a:xfrm>
        </p:spPr>
        <p:txBody>
          <a:bodyPr>
            <a:normAutofit/>
          </a:bodyPr>
          <a:lstStyle/>
          <a:p>
            <a:pPr>
              <a:defRPr sz="1800"/>
            </a:pPr>
            <a:r>
              <a:rPr sz="2000" dirty="0"/>
              <a:t>Quantization represents model parameters or updates with fewer bits to shrink message sizes.</a:t>
            </a:r>
            <a:endParaRPr lang="en-US" sz="2000" dirty="0"/>
          </a:p>
          <a:p>
            <a:pPr marL="0" indent="0">
              <a:buNone/>
              <a:defRPr sz="1800"/>
            </a:pPr>
            <a:endParaRPr sz="2000" dirty="0"/>
          </a:p>
          <a:p>
            <a:pPr>
              <a:defRPr sz="1800"/>
            </a:pPr>
            <a:r>
              <a:rPr sz="2000" dirty="0"/>
              <a:t>Lower precision can be sufficient for learning and yields large bandwidth savings in practice.</a:t>
            </a:r>
            <a:endParaRPr lang="en-US" sz="2000" dirty="0"/>
          </a:p>
          <a:p>
            <a:pPr marL="0" indent="0">
              <a:buNone/>
              <a:defRPr sz="1800"/>
            </a:pPr>
            <a:endParaRPr sz="2000" dirty="0"/>
          </a:p>
          <a:p>
            <a:pPr>
              <a:defRPr sz="1800"/>
            </a:pPr>
            <a:r>
              <a:rPr sz="2000" dirty="0"/>
              <a:t>Careful design aims to balance compression with acceptable accuracy loss.</a:t>
            </a:r>
          </a:p>
        </p:txBody>
      </p:sp>
      <p:sp>
        <p:nvSpPr>
          <p:cNvPr id="5" name="Slide Number Placeholder 4">
            <a:extLst>
              <a:ext uri="{FF2B5EF4-FFF2-40B4-BE49-F238E27FC236}">
                <a16:creationId xmlns:a16="http://schemas.microsoft.com/office/drawing/2014/main" id="{41A681F8-0E2E-110F-138C-86CF30A888BD}"/>
              </a:ext>
            </a:extLst>
          </p:cNvPr>
          <p:cNvSpPr>
            <a:spLocks noGrp="1"/>
          </p:cNvSpPr>
          <p:nvPr>
            <p:ph type="sldNum" sz="quarter" idx="12"/>
          </p:nvPr>
        </p:nvSpPr>
        <p:spPr/>
        <p:txBody>
          <a:bodyPr/>
          <a:lstStyle/>
          <a:p>
            <a:fld id="{C1FF6DA9-008F-8B48-92A6-B652298478BF}" type="slidenum">
              <a:rPr lang="en-US" smtClean="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pPr>
            <a:r>
              <a:rPr dirty="0"/>
              <a:t>Reducing Communication: Sparse Updates</a:t>
            </a:r>
          </a:p>
        </p:txBody>
      </p:sp>
      <p:sp>
        <p:nvSpPr>
          <p:cNvPr id="3" name="Content Placeholder 2"/>
          <p:cNvSpPr>
            <a:spLocks noGrp="1"/>
          </p:cNvSpPr>
          <p:nvPr>
            <p:ph idx="1"/>
          </p:nvPr>
        </p:nvSpPr>
        <p:spPr>
          <a:xfrm>
            <a:off x="457200" y="2045263"/>
            <a:ext cx="8229600" cy="3530150"/>
          </a:xfrm>
        </p:spPr>
        <p:txBody>
          <a:bodyPr>
            <a:normAutofit/>
          </a:bodyPr>
          <a:lstStyle/>
          <a:p>
            <a:pPr>
              <a:defRPr sz="1800"/>
            </a:pPr>
            <a:r>
              <a:rPr sz="2000" dirty="0"/>
              <a:t>Sparse update schemes transmit only the most significant parameter changes instead of full dense vectors.</a:t>
            </a:r>
            <a:endParaRPr lang="en-US" sz="2000" dirty="0"/>
          </a:p>
          <a:p>
            <a:pPr marL="0" indent="0">
              <a:buNone/>
              <a:defRPr sz="1800"/>
            </a:pPr>
            <a:endParaRPr sz="2000" dirty="0"/>
          </a:p>
          <a:p>
            <a:pPr>
              <a:defRPr sz="1800"/>
            </a:pPr>
            <a:r>
              <a:rPr sz="2000" dirty="0"/>
              <a:t>Top‑k or thresholding approaches can drastically reduce payloads for large neural networks.</a:t>
            </a:r>
            <a:endParaRPr lang="en-US" sz="2000" dirty="0"/>
          </a:p>
          <a:p>
            <a:pPr marL="0" indent="0">
              <a:buNone/>
              <a:defRPr sz="1800"/>
            </a:pPr>
            <a:endParaRPr sz="2000" dirty="0"/>
          </a:p>
          <a:p>
            <a:pPr>
              <a:defRPr sz="1800"/>
            </a:pPr>
            <a:r>
              <a:rPr sz="2000" dirty="0"/>
              <a:t>Servers reconstruct global updates from the sparse contributions collected from clients.</a:t>
            </a:r>
          </a:p>
        </p:txBody>
      </p:sp>
      <p:sp>
        <p:nvSpPr>
          <p:cNvPr id="5" name="Slide Number Placeholder 4">
            <a:extLst>
              <a:ext uri="{FF2B5EF4-FFF2-40B4-BE49-F238E27FC236}">
                <a16:creationId xmlns:a16="http://schemas.microsoft.com/office/drawing/2014/main" id="{9D194D29-560F-22E6-25FE-22758E9EB533}"/>
              </a:ext>
            </a:extLst>
          </p:cNvPr>
          <p:cNvSpPr>
            <a:spLocks noGrp="1"/>
          </p:cNvSpPr>
          <p:nvPr>
            <p:ph type="sldNum" sz="quarter" idx="12"/>
          </p:nvPr>
        </p:nvSpPr>
        <p:spPr/>
        <p:txBody>
          <a:bodyPr/>
          <a:lstStyle/>
          <a:p>
            <a:fld id="{C1FF6DA9-008F-8B48-92A6-B652298478BF}" type="slidenum">
              <a:rPr lang="en-US" smtClean="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pPr>
            <a:r>
              <a:t>Reducing Communication: Knowledge Distillation</a:t>
            </a:r>
          </a:p>
        </p:txBody>
      </p:sp>
      <p:sp>
        <p:nvSpPr>
          <p:cNvPr id="3" name="Content Placeholder 2"/>
          <p:cNvSpPr>
            <a:spLocks noGrp="1"/>
          </p:cNvSpPr>
          <p:nvPr>
            <p:ph idx="1"/>
          </p:nvPr>
        </p:nvSpPr>
        <p:spPr>
          <a:xfrm>
            <a:off x="457200" y="2150459"/>
            <a:ext cx="8229600" cy="3505874"/>
          </a:xfrm>
        </p:spPr>
        <p:txBody>
          <a:bodyPr>
            <a:normAutofit/>
          </a:bodyPr>
          <a:lstStyle/>
          <a:p>
            <a:pPr>
              <a:defRPr sz="1800"/>
            </a:pPr>
            <a:r>
              <a:rPr sz="2000" dirty="0"/>
              <a:t>Distillation allows clients to share model predictions or logits rather than full parameters, which can be more compact.</a:t>
            </a:r>
            <a:endParaRPr lang="en-US" sz="2000" dirty="0"/>
          </a:p>
          <a:p>
            <a:pPr marL="0" indent="0">
              <a:buNone/>
              <a:defRPr sz="1800"/>
            </a:pPr>
            <a:endParaRPr sz="2000" dirty="0"/>
          </a:p>
          <a:p>
            <a:pPr>
              <a:defRPr sz="1800"/>
            </a:pPr>
            <a:r>
              <a:rPr sz="2000" dirty="0"/>
              <a:t>A public or proxy dataset can be used to align models by matching outputs instead of exchanging all weights.</a:t>
            </a:r>
            <a:endParaRPr lang="en-US" sz="2000" dirty="0"/>
          </a:p>
          <a:p>
            <a:pPr marL="0" indent="0">
              <a:buNone/>
              <a:defRPr sz="1800"/>
            </a:pPr>
            <a:endParaRPr sz="2000" dirty="0"/>
          </a:p>
          <a:p>
            <a:pPr>
              <a:defRPr sz="1800"/>
            </a:pPr>
            <a:r>
              <a:rPr sz="2000" dirty="0"/>
              <a:t>This approach is helpful when local models differ in architecture or size.</a:t>
            </a:r>
          </a:p>
        </p:txBody>
      </p:sp>
      <p:sp>
        <p:nvSpPr>
          <p:cNvPr id="5" name="Slide Number Placeholder 4">
            <a:extLst>
              <a:ext uri="{FF2B5EF4-FFF2-40B4-BE49-F238E27FC236}">
                <a16:creationId xmlns:a16="http://schemas.microsoft.com/office/drawing/2014/main" id="{1EF65534-E15F-831D-C660-861677C14DBC}"/>
              </a:ext>
            </a:extLst>
          </p:cNvPr>
          <p:cNvSpPr>
            <a:spLocks noGrp="1"/>
          </p:cNvSpPr>
          <p:nvPr>
            <p:ph type="sldNum" sz="quarter" idx="12"/>
          </p:nvPr>
        </p:nvSpPr>
        <p:spPr/>
        <p:txBody>
          <a:bodyPr/>
          <a:lstStyle/>
          <a:p>
            <a:fld id="{C1FF6DA9-008F-8B48-92A6-B652298478BF}" type="slidenum">
              <a:rPr lang="en-US" smtClean="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pPr>
            <a:r>
              <a:t>Asynchrony and Hierarchical Aggregation</a:t>
            </a:r>
          </a:p>
        </p:txBody>
      </p:sp>
      <p:sp>
        <p:nvSpPr>
          <p:cNvPr id="3" name="Content Placeholder 2"/>
          <p:cNvSpPr>
            <a:spLocks noGrp="1"/>
          </p:cNvSpPr>
          <p:nvPr>
            <p:ph idx="1"/>
          </p:nvPr>
        </p:nvSpPr>
        <p:spPr>
          <a:xfrm>
            <a:off x="457200" y="1996711"/>
            <a:ext cx="8229600" cy="3327850"/>
          </a:xfrm>
        </p:spPr>
        <p:txBody>
          <a:bodyPr>
            <a:normAutofit/>
          </a:bodyPr>
          <a:lstStyle/>
          <a:p>
            <a:pPr>
              <a:defRPr sz="1800"/>
            </a:pPr>
            <a:r>
              <a:rPr sz="2000" dirty="0"/>
              <a:t>Asynchronous schemes allow clients to report updates when ready, which better matches intermittent device availability.</a:t>
            </a:r>
            <a:endParaRPr lang="en-US" sz="2000" dirty="0"/>
          </a:p>
          <a:p>
            <a:pPr marL="0" indent="0">
              <a:buNone/>
              <a:defRPr sz="1800"/>
            </a:pPr>
            <a:endParaRPr sz="2000" dirty="0"/>
          </a:p>
          <a:p>
            <a:pPr>
              <a:defRPr sz="1800"/>
            </a:pPr>
            <a:r>
              <a:rPr sz="2000" dirty="0"/>
              <a:t>Hierarchical aggregation combines updates at intermediate nodes before forwarding to a central server, reducing core‑network load.</a:t>
            </a:r>
            <a:endParaRPr lang="en-US" sz="2000" dirty="0"/>
          </a:p>
          <a:p>
            <a:pPr marL="0" indent="0">
              <a:buNone/>
              <a:defRPr sz="1800"/>
            </a:pPr>
            <a:endParaRPr sz="2000" dirty="0"/>
          </a:p>
          <a:p>
            <a:pPr>
              <a:defRPr sz="1800"/>
            </a:pPr>
            <a:r>
              <a:rPr sz="2000" dirty="0"/>
              <a:t>Both ideas improve throughput and make training more resilient to network variability.</a:t>
            </a:r>
          </a:p>
        </p:txBody>
      </p:sp>
      <p:sp>
        <p:nvSpPr>
          <p:cNvPr id="5" name="Slide Number Placeholder 4">
            <a:extLst>
              <a:ext uri="{FF2B5EF4-FFF2-40B4-BE49-F238E27FC236}">
                <a16:creationId xmlns:a16="http://schemas.microsoft.com/office/drawing/2014/main" id="{37B8CCE6-BA55-3596-9C28-39E0293C5AA5}"/>
              </a:ext>
            </a:extLst>
          </p:cNvPr>
          <p:cNvSpPr>
            <a:spLocks noGrp="1"/>
          </p:cNvSpPr>
          <p:nvPr>
            <p:ph type="sldNum" sz="quarter" idx="12"/>
          </p:nvPr>
        </p:nvSpPr>
        <p:spPr/>
        <p:txBody>
          <a:bodyPr/>
          <a:lstStyle/>
          <a:p>
            <a:fld id="{C1FF6DA9-008F-8B48-92A6-B652298478BF}" type="slidenum">
              <a:rPr lang="en-US" smtClean="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pPr>
            <a:r>
              <a:t>Communication Protocols and Frameworks</a:t>
            </a:r>
          </a:p>
        </p:txBody>
      </p:sp>
      <p:sp>
        <p:nvSpPr>
          <p:cNvPr id="3" name="Content Placeholder 2"/>
          <p:cNvSpPr>
            <a:spLocks noGrp="1"/>
          </p:cNvSpPr>
          <p:nvPr>
            <p:ph idx="1"/>
          </p:nvPr>
        </p:nvSpPr>
        <p:spPr>
          <a:xfrm>
            <a:off x="457200" y="1996711"/>
            <a:ext cx="8229600" cy="3465414"/>
          </a:xfrm>
        </p:spPr>
        <p:txBody>
          <a:bodyPr>
            <a:normAutofit/>
          </a:bodyPr>
          <a:lstStyle/>
          <a:p>
            <a:pPr>
              <a:defRPr sz="1800"/>
            </a:pPr>
            <a:r>
              <a:rPr sz="2000" dirty="0"/>
              <a:t>Centralized systems follow a hub‑and‑spoke protocol where the server manages distribution, collection, and aggregation of updates.</a:t>
            </a:r>
            <a:endParaRPr lang="en-US" sz="2000" dirty="0"/>
          </a:p>
          <a:p>
            <a:pPr marL="0" indent="0">
              <a:buNone/>
              <a:defRPr sz="1800"/>
            </a:pPr>
            <a:endParaRPr sz="2000" dirty="0"/>
          </a:p>
          <a:p>
            <a:pPr>
              <a:defRPr sz="1800"/>
            </a:pPr>
            <a:r>
              <a:rPr sz="2000" dirty="0"/>
              <a:t>Decentralized systems adopt peer‑to‑peer communication in which each node exchanges and aggregates updates directly.</a:t>
            </a:r>
            <a:endParaRPr lang="en-US" sz="2000" dirty="0"/>
          </a:p>
          <a:p>
            <a:pPr marL="0" indent="0">
              <a:buNone/>
              <a:defRPr sz="1800"/>
            </a:pPr>
            <a:endParaRPr sz="2000" dirty="0"/>
          </a:p>
          <a:p>
            <a:pPr>
              <a:defRPr sz="1800"/>
            </a:pPr>
            <a:r>
              <a:rPr sz="2000" dirty="0"/>
              <a:t>Open‑source frameworks such as TensorFlow Federated and </a:t>
            </a:r>
            <a:r>
              <a:rPr sz="2000" dirty="0" err="1"/>
              <a:t>PySyft</a:t>
            </a:r>
            <a:r>
              <a:rPr sz="2000" dirty="0"/>
              <a:t> help define computations and secure communication patterns.</a:t>
            </a:r>
          </a:p>
        </p:txBody>
      </p:sp>
      <p:sp>
        <p:nvSpPr>
          <p:cNvPr id="5" name="Slide Number Placeholder 4">
            <a:extLst>
              <a:ext uri="{FF2B5EF4-FFF2-40B4-BE49-F238E27FC236}">
                <a16:creationId xmlns:a16="http://schemas.microsoft.com/office/drawing/2014/main" id="{297993A7-7E72-46A9-A2C8-F34C02143E65}"/>
              </a:ext>
            </a:extLst>
          </p:cNvPr>
          <p:cNvSpPr>
            <a:spLocks noGrp="1"/>
          </p:cNvSpPr>
          <p:nvPr>
            <p:ph type="sldNum" sz="quarter" idx="12"/>
          </p:nvPr>
        </p:nvSpPr>
        <p:spPr/>
        <p:txBody>
          <a:bodyPr/>
          <a:lstStyle/>
          <a:p>
            <a:fld id="{C1FF6DA9-008F-8B48-92A6-B652298478BF}" type="slidenum">
              <a:rPr lang="en-US" smtClean="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pPr>
            <a:r>
              <a:t>Security Threats in FL</a:t>
            </a:r>
          </a:p>
        </p:txBody>
      </p:sp>
      <p:sp>
        <p:nvSpPr>
          <p:cNvPr id="3" name="Content Placeholder 2"/>
          <p:cNvSpPr>
            <a:spLocks noGrp="1"/>
          </p:cNvSpPr>
          <p:nvPr>
            <p:ph idx="1"/>
          </p:nvPr>
        </p:nvSpPr>
        <p:spPr>
          <a:xfrm>
            <a:off x="457200" y="1979718"/>
            <a:ext cx="8229600" cy="3513966"/>
          </a:xfrm>
        </p:spPr>
        <p:txBody>
          <a:bodyPr>
            <a:normAutofit/>
          </a:bodyPr>
          <a:lstStyle/>
          <a:p>
            <a:pPr>
              <a:defRPr sz="1800"/>
            </a:pPr>
            <a:r>
              <a:rPr sz="2000" dirty="0"/>
              <a:t>Model inversion and membership inference can extract or identify sensitive information from shared models or updates.</a:t>
            </a:r>
            <a:endParaRPr lang="en-US" sz="2000" dirty="0"/>
          </a:p>
          <a:p>
            <a:pPr marL="0" indent="0">
              <a:buNone/>
              <a:defRPr sz="1800"/>
            </a:pPr>
            <a:endParaRPr sz="2000" dirty="0"/>
          </a:p>
          <a:p>
            <a:pPr>
              <a:defRPr sz="1800"/>
            </a:pPr>
            <a:r>
              <a:rPr sz="2000" dirty="0"/>
              <a:t>Poisoning attacks inject malicious updates to degrade accuracy or implant backdoors in the global model.</a:t>
            </a:r>
            <a:endParaRPr lang="en-US" sz="2000" dirty="0"/>
          </a:p>
          <a:p>
            <a:pPr marL="0" indent="0">
              <a:buNone/>
              <a:defRPr sz="1800"/>
            </a:pPr>
            <a:endParaRPr sz="2000" dirty="0"/>
          </a:p>
          <a:p>
            <a:pPr>
              <a:defRPr sz="1800"/>
            </a:pPr>
            <a:r>
              <a:rPr sz="2000" dirty="0"/>
              <a:t>Sybil, replay, and man‑in‑the‑middle attacks target the communication channel or the trust model of the federation.</a:t>
            </a:r>
          </a:p>
        </p:txBody>
      </p:sp>
      <p:sp>
        <p:nvSpPr>
          <p:cNvPr id="5" name="Slide Number Placeholder 4">
            <a:extLst>
              <a:ext uri="{FF2B5EF4-FFF2-40B4-BE49-F238E27FC236}">
                <a16:creationId xmlns:a16="http://schemas.microsoft.com/office/drawing/2014/main" id="{3B923434-71E7-3356-F53E-F7CDB8EC65BA}"/>
              </a:ext>
            </a:extLst>
          </p:cNvPr>
          <p:cNvSpPr>
            <a:spLocks noGrp="1"/>
          </p:cNvSpPr>
          <p:nvPr>
            <p:ph type="sldNum" sz="quarter" idx="12"/>
          </p:nvPr>
        </p:nvSpPr>
        <p:spPr/>
        <p:txBody>
          <a:bodyPr/>
          <a:lstStyle/>
          <a:p>
            <a:fld id="{C1FF6DA9-008F-8B48-92A6-B652298478BF}" type="slidenum">
              <a:rPr lang="en-US" smtClean="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pPr>
            <a:r>
              <a:t>Differential Privacy (DP)</a:t>
            </a:r>
          </a:p>
        </p:txBody>
      </p:sp>
      <p:sp>
        <p:nvSpPr>
          <p:cNvPr id="3" name="Content Placeholder 2"/>
          <p:cNvSpPr>
            <a:spLocks noGrp="1"/>
          </p:cNvSpPr>
          <p:nvPr>
            <p:ph idx="1"/>
          </p:nvPr>
        </p:nvSpPr>
        <p:spPr>
          <a:xfrm>
            <a:off x="457200" y="1940066"/>
            <a:ext cx="8229600" cy="3327850"/>
          </a:xfrm>
        </p:spPr>
        <p:txBody>
          <a:bodyPr>
            <a:normAutofit/>
          </a:bodyPr>
          <a:lstStyle/>
          <a:p>
            <a:pPr>
              <a:defRPr sz="1800"/>
            </a:pPr>
            <a:r>
              <a:rPr sz="2000" dirty="0"/>
              <a:t>Differential privacy adds calibrated noise to data or updates so that the presence or absence of an individual’s record cannot be reliably detected.</a:t>
            </a:r>
            <a:endParaRPr lang="en-US" sz="2000" dirty="0"/>
          </a:p>
          <a:p>
            <a:pPr marL="0" indent="0">
              <a:buNone/>
              <a:defRPr sz="1800"/>
            </a:pPr>
            <a:endParaRPr sz="2000" dirty="0"/>
          </a:p>
          <a:p>
            <a:pPr>
              <a:defRPr sz="1800"/>
            </a:pPr>
            <a:r>
              <a:rPr sz="2000" dirty="0"/>
              <a:t>A smaller privacy budget (epsilon) provides stronger privacy but usually reduces accuracy, so practitioners must tune it carefully.</a:t>
            </a:r>
            <a:endParaRPr lang="en-US" sz="2000" dirty="0"/>
          </a:p>
          <a:p>
            <a:pPr marL="0" indent="0">
              <a:buNone/>
              <a:defRPr sz="1800"/>
            </a:pPr>
            <a:endParaRPr sz="2000" dirty="0"/>
          </a:p>
          <a:p>
            <a:pPr>
              <a:defRPr sz="1800"/>
            </a:pPr>
            <a:r>
              <a:rPr sz="2000" dirty="0"/>
              <a:t>DP can be applied at the client side or at the server during aggregation, with formal accounting across rounds.</a:t>
            </a:r>
          </a:p>
        </p:txBody>
      </p:sp>
      <p:sp>
        <p:nvSpPr>
          <p:cNvPr id="5" name="Slide Number Placeholder 4">
            <a:extLst>
              <a:ext uri="{FF2B5EF4-FFF2-40B4-BE49-F238E27FC236}">
                <a16:creationId xmlns:a16="http://schemas.microsoft.com/office/drawing/2014/main" id="{ABFECFED-FF74-A568-5604-89135E2E4E95}"/>
              </a:ext>
            </a:extLst>
          </p:cNvPr>
          <p:cNvSpPr>
            <a:spLocks noGrp="1"/>
          </p:cNvSpPr>
          <p:nvPr>
            <p:ph type="sldNum" sz="quarter" idx="12"/>
          </p:nvPr>
        </p:nvSpPr>
        <p:spPr/>
        <p:txBody>
          <a:bodyPr/>
          <a:lstStyle/>
          <a:p>
            <a:fld id="{C1FF6DA9-008F-8B48-92A6-B652298478BF}" type="slidenum">
              <a:rPr lang="en-US" smtClean="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pPr>
            <a:r>
              <a:t>Secure Multi‑Party Computation (SMPC)</a:t>
            </a:r>
          </a:p>
        </p:txBody>
      </p:sp>
      <p:sp>
        <p:nvSpPr>
          <p:cNvPr id="3" name="Content Placeholder 2"/>
          <p:cNvSpPr>
            <a:spLocks noGrp="1"/>
          </p:cNvSpPr>
          <p:nvPr>
            <p:ph idx="1"/>
          </p:nvPr>
        </p:nvSpPr>
        <p:spPr>
          <a:xfrm>
            <a:off x="457200" y="1874520"/>
            <a:ext cx="8229600" cy="3764819"/>
          </a:xfrm>
        </p:spPr>
        <p:txBody>
          <a:bodyPr>
            <a:normAutofit/>
          </a:bodyPr>
          <a:lstStyle/>
          <a:p>
            <a:pPr>
              <a:defRPr sz="1800"/>
            </a:pPr>
            <a:r>
              <a:rPr sz="2000" dirty="0"/>
              <a:t>Secure multi‑party computation enables secure aggregation so that only the sum of client updates is revealed and no party sees another’s cleartext.</a:t>
            </a:r>
            <a:endParaRPr lang="en-US" sz="2000" dirty="0"/>
          </a:p>
          <a:p>
            <a:pPr marL="0" indent="0">
              <a:buNone/>
              <a:defRPr sz="1800"/>
            </a:pPr>
            <a:endParaRPr sz="2000" dirty="0"/>
          </a:p>
          <a:p>
            <a:pPr>
              <a:defRPr sz="1800"/>
            </a:pPr>
            <a:r>
              <a:rPr sz="2000" dirty="0"/>
              <a:t>This reduces the amount of trust placed in any central server and protects data in use during the aggregation step.</a:t>
            </a:r>
            <a:endParaRPr lang="en-US" sz="2000" dirty="0"/>
          </a:p>
          <a:p>
            <a:pPr marL="0" indent="0">
              <a:buNone/>
              <a:defRPr sz="1800"/>
            </a:pPr>
            <a:endParaRPr sz="2000" dirty="0"/>
          </a:p>
          <a:p>
            <a:pPr>
              <a:defRPr sz="1800"/>
            </a:pPr>
            <a:r>
              <a:rPr sz="2000" dirty="0"/>
              <a:t>The cryptographic protocols increase communication and computation overhead, especially on resource‑constrained devices.</a:t>
            </a:r>
          </a:p>
        </p:txBody>
      </p:sp>
      <p:sp>
        <p:nvSpPr>
          <p:cNvPr id="5" name="Slide Number Placeholder 4">
            <a:extLst>
              <a:ext uri="{FF2B5EF4-FFF2-40B4-BE49-F238E27FC236}">
                <a16:creationId xmlns:a16="http://schemas.microsoft.com/office/drawing/2014/main" id="{D6E826C6-829B-B5DE-2772-5F124DB35A05}"/>
              </a:ext>
            </a:extLst>
          </p:cNvPr>
          <p:cNvSpPr>
            <a:spLocks noGrp="1"/>
          </p:cNvSpPr>
          <p:nvPr>
            <p:ph type="sldNum" sz="quarter" idx="12"/>
          </p:nvPr>
        </p:nvSpPr>
        <p:spPr/>
        <p:txBody>
          <a:bodyPr/>
          <a:lstStyle/>
          <a:p>
            <a:fld id="{C1FF6DA9-008F-8B48-92A6-B652298478BF}" type="slidenum">
              <a:rPr lang="en-US" smtClean="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pPr>
            <a:r>
              <a:t>Homomorphic Encryption (HE) and Hybrids</a:t>
            </a:r>
          </a:p>
        </p:txBody>
      </p:sp>
      <p:sp>
        <p:nvSpPr>
          <p:cNvPr id="3" name="Content Placeholder 2"/>
          <p:cNvSpPr>
            <a:spLocks noGrp="1"/>
          </p:cNvSpPr>
          <p:nvPr>
            <p:ph idx="1"/>
          </p:nvPr>
        </p:nvSpPr>
        <p:spPr>
          <a:xfrm>
            <a:off x="457200" y="2072934"/>
            <a:ext cx="8229600" cy="3489690"/>
          </a:xfrm>
        </p:spPr>
        <p:txBody>
          <a:bodyPr>
            <a:normAutofit/>
          </a:bodyPr>
          <a:lstStyle/>
          <a:p>
            <a:pPr>
              <a:defRPr sz="1800"/>
            </a:pPr>
            <a:r>
              <a:rPr sz="2000" dirty="0"/>
              <a:t>Homomorphic encryption allows computations directly on encrypted data so the server never observes plaintext updates.</a:t>
            </a:r>
            <a:endParaRPr lang="en-US" sz="2000" dirty="0"/>
          </a:p>
          <a:p>
            <a:pPr marL="0" indent="0">
              <a:buNone/>
              <a:defRPr sz="1800"/>
            </a:pPr>
            <a:endParaRPr sz="2000" dirty="0"/>
          </a:p>
          <a:p>
            <a:pPr>
              <a:defRPr sz="1800"/>
            </a:pPr>
            <a:r>
              <a:rPr sz="2000" dirty="0"/>
              <a:t>Fully homomorphic schemes are powerful but computationally heavy, while partially homomorphic schemes support limited operations more efficiently.</a:t>
            </a:r>
            <a:endParaRPr lang="en-US" sz="2000" dirty="0"/>
          </a:p>
          <a:p>
            <a:pPr marL="0" indent="0">
              <a:buNone/>
              <a:defRPr sz="1800"/>
            </a:pPr>
            <a:endParaRPr sz="2000" dirty="0"/>
          </a:p>
          <a:p>
            <a:pPr>
              <a:defRPr sz="1800"/>
            </a:pPr>
            <a:r>
              <a:rPr sz="2000" dirty="0"/>
              <a:t>Hybrid designs combine DP, SMPC, and HE to layer defenses and balance privacy with practical performance.</a:t>
            </a:r>
          </a:p>
        </p:txBody>
      </p:sp>
      <p:sp>
        <p:nvSpPr>
          <p:cNvPr id="5" name="Slide Number Placeholder 4">
            <a:extLst>
              <a:ext uri="{FF2B5EF4-FFF2-40B4-BE49-F238E27FC236}">
                <a16:creationId xmlns:a16="http://schemas.microsoft.com/office/drawing/2014/main" id="{52B0797D-4D95-6634-B3E8-C1F566472E9C}"/>
              </a:ext>
            </a:extLst>
          </p:cNvPr>
          <p:cNvSpPr>
            <a:spLocks noGrp="1"/>
          </p:cNvSpPr>
          <p:nvPr>
            <p:ph type="sldNum" sz="quarter" idx="12"/>
          </p:nvPr>
        </p:nvSpPr>
        <p:spPr/>
        <p:txBody>
          <a:bodyPr/>
          <a:lstStyle/>
          <a:p>
            <a:fld id="{C1FF6DA9-008F-8B48-92A6-B652298478BF}" type="slidenum">
              <a:rPr lang="en-US" smtClean="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pPr>
            <a:r>
              <a:t>Federated Reinforcement Learning (FRL) — Core Idea</a:t>
            </a:r>
          </a:p>
        </p:txBody>
      </p:sp>
      <p:sp>
        <p:nvSpPr>
          <p:cNvPr id="3" name="Content Placeholder 2"/>
          <p:cNvSpPr>
            <a:spLocks noGrp="1"/>
          </p:cNvSpPr>
          <p:nvPr>
            <p:ph idx="1"/>
          </p:nvPr>
        </p:nvSpPr>
        <p:spPr>
          <a:xfrm>
            <a:off x="457200" y="2101256"/>
            <a:ext cx="8229600" cy="3433046"/>
          </a:xfrm>
        </p:spPr>
        <p:txBody>
          <a:bodyPr>
            <a:normAutofit/>
          </a:bodyPr>
          <a:lstStyle/>
          <a:p>
            <a:pPr>
              <a:defRPr sz="1800"/>
            </a:pPr>
            <a:r>
              <a:rPr sz="2000" dirty="0"/>
              <a:t>Federated reinforcement learning lets multiple agents improve a shared policy while keeping raw experience data on local devices.</a:t>
            </a:r>
            <a:endParaRPr lang="en-US" sz="2000" dirty="0"/>
          </a:p>
          <a:p>
            <a:pPr marL="0" indent="0">
              <a:buNone/>
              <a:defRPr sz="1800"/>
            </a:pPr>
            <a:endParaRPr sz="2000" dirty="0"/>
          </a:p>
          <a:p>
            <a:pPr>
              <a:defRPr sz="1800"/>
            </a:pPr>
            <a:r>
              <a:rPr sz="2000" dirty="0"/>
              <a:t>Clients act as agents that take actions by training locally, and the global model plays the role of a shared policy.</a:t>
            </a:r>
            <a:endParaRPr lang="en-US" sz="2000" dirty="0"/>
          </a:p>
          <a:p>
            <a:pPr marL="0" indent="0">
              <a:buNone/>
              <a:defRPr sz="1800"/>
            </a:pPr>
            <a:endParaRPr sz="2000" dirty="0"/>
          </a:p>
          <a:p>
            <a:pPr>
              <a:defRPr sz="1800"/>
            </a:pPr>
            <a:r>
              <a:rPr sz="2000" dirty="0"/>
              <a:t>Improvements in the global objective or task performance serve as the reward signal for the federation.</a:t>
            </a:r>
          </a:p>
        </p:txBody>
      </p:sp>
      <p:sp>
        <p:nvSpPr>
          <p:cNvPr id="5" name="Slide Number Placeholder 4">
            <a:extLst>
              <a:ext uri="{FF2B5EF4-FFF2-40B4-BE49-F238E27FC236}">
                <a16:creationId xmlns:a16="http://schemas.microsoft.com/office/drawing/2014/main" id="{06D33B1B-1E73-4BEA-FF75-AA395213B07A}"/>
              </a:ext>
            </a:extLst>
          </p:cNvPr>
          <p:cNvSpPr>
            <a:spLocks noGrp="1"/>
          </p:cNvSpPr>
          <p:nvPr>
            <p:ph type="sldNum" sz="quarter" idx="12"/>
          </p:nvPr>
        </p:nvSpPr>
        <p:spPr/>
        <p:txBody>
          <a:bodyPr/>
          <a:lstStyle/>
          <a:p>
            <a:fld id="{C1FF6DA9-008F-8B48-92A6-B652298478BF}" type="slidenum">
              <a:rPr lang="en-US" smtClean="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pPr>
            <a:r>
              <a:t>Mapping FL Concepts to RL</a:t>
            </a:r>
          </a:p>
        </p:txBody>
      </p:sp>
      <p:sp>
        <p:nvSpPr>
          <p:cNvPr id="3" name="Content Placeholder 2"/>
          <p:cNvSpPr>
            <a:spLocks noGrp="1"/>
          </p:cNvSpPr>
          <p:nvPr>
            <p:ph idx="1"/>
          </p:nvPr>
        </p:nvSpPr>
        <p:spPr>
          <a:xfrm>
            <a:off x="457200" y="1874521"/>
            <a:ext cx="8229600" cy="3441138"/>
          </a:xfrm>
        </p:spPr>
        <p:txBody>
          <a:bodyPr>
            <a:normAutofit/>
          </a:bodyPr>
          <a:lstStyle/>
          <a:p>
            <a:pPr>
              <a:defRPr sz="1800"/>
            </a:pPr>
            <a:r>
              <a:rPr sz="2000" dirty="0"/>
              <a:t>Clients correspond to RL agents, local data and context correspond to states, and local training updates correspond to actions.</a:t>
            </a:r>
            <a:endParaRPr lang="en-US" sz="2000" dirty="0"/>
          </a:p>
          <a:p>
            <a:pPr marL="0" indent="0">
              <a:buNone/>
              <a:defRPr sz="1800"/>
            </a:pPr>
            <a:endParaRPr sz="2000" dirty="0"/>
          </a:p>
          <a:p>
            <a:pPr>
              <a:defRPr sz="1800"/>
            </a:pPr>
            <a:r>
              <a:rPr sz="2000" dirty="0"/>
              <a:t>The aggregated global model corresponds to the policy that guides future actions across agents.</a:t>
            </a:r>
            <a:endParaRPr lang="en-US" sz="2000" dirty="0"/>
          </a:p>
          <a:p>
            <a:pPr marL="0" indent="0">
              <a:buNone/>
              <a:defRPr sz="1800"/>
            </a:pPr>
            <a:endParaRPr sz="2000" dirty="0"/>
          </a:p>
          <a:p>
            <a:pPr>
              <a:defRPr sz="1800"/>
            </a:pPr>
            <a:r>
              <a:rPr sz="2000" dirty="0"/>
              <a:t>Federated aggregation becomes the experience‑sharing mechanism that improves the shared policy over time.</a:t>
            </a:r>
          </a:p>
        </p:txBody>
      </p:sp>
      <p:sp>
        <p:nvSpPr>
          <p:cNvPr id="5" name="Slide Number Placeholder 4">
            <a:extLst>
              <a:ext uri="{FF2B5EF4-FFF2-40B4-BE49-F238E27FC236}">
                <a16:creationId xmlns:a16="http://schemas.microsoft.com/office/drawing/2014/main" id="{58EAD465-C18B-E507-4A14-70A1B0BA110B}"/>
              </a:ext>
            </a:extLst>
          </p:cNvPr>
          <p:cNvSpPr>
            <a:spLocks noGrp="1"/>
          </p:cNvSpPr>
          <p:nvPr>
            <p:ph type="sldNum" sz="quarter" idx="12"/>
          </p:nvPr>
        </p:nvSpPr>
        <p:spPr/>
        <p:txBody>
          <a:bodyPr/>
          <a:lstStyle/>
          <a:p>
            <a:fld id="{C1FF6DA9-008F-8B48-92A6-B652298478BF}" type="slidenum">
              <a:rPr lang="en-US" smtClean="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pPr>
            <a:r>
              <a:t>Horizontal vs Vertical FRL</a:t>
            </a:r>
          </a:p>
        </p:txBody>
      </p:sp>
      <p:sp>
        <p:nvSpPr>
          <p:cNvPr id="3" name="Content Placeholder 2"/>
          <p:cNvSpPr>
            <a:spLocks noGrp="1"/>
          </p:cNvSpPr>
          <p:nvPr>
            <p:ph idx="1"/>
          </p:nvPr>
        </p:nvSpPr>
        <p:spPr>
          <a:xfrm>
            <a:off x="457200" y="1874520"/>
            <a:ext cx="8229600" cy="3716267"/>
          </a:xfrm>
        </p:spPr>
        <p:txBody>
          <a:bodyPr>
            <a:normAutofit/>
          </a:bodyPr>
          <a:lstStyle/>
          <a:p>
            <a:pPr>
              <a:defRPr sz="1800"/>
            </a:pPr>
            <a:r>
              <a:rPr sz="2000" dirty="0"/>
              <a:t>In horizontal FRL, agents interact with independent environments that share aligned state and action spaces, enabling parallel learning with knowledge sharing.</a:t>
            </a:r>
            <a:endParaRPr lang="en-US" sz="2000" dirty="0"/>
          </a:p>
          <a:p>
            <a:pPr marL="0" indent="0">
              <a:buNone/>
              <a:defRPr sz="1800"/>
            </a:pPr>
            <a:endParaRPr sz="2000" dirty="0"/>
          </a:p>
          <a:p>
            <a:pPr>
              <a:defRPr sz="1800"/>
            </a:pPr>
            <a:r>
              <a:rPr sz="2000" dirty="0"/>
              <a:t>In vertical FRL, agents share one global environment but have partial observations or rewards, and aggregation helps complete the picture.</a:t>
            </a:r>
            <a:endParaRPr lang="en-US" sz="2000" dirty="0"/>
          </a:p>
          <a:p>
            <a:pPr marL="0" indent="0">
              <a:buNone/>
              <a:defRPr sz="1800"/>
            </a:pPr>
            <a:endParaRPr sz="2000" dirty="0"/>
          </a:p>
          <a:p>
            <a:pPr>
              <a:defRPr sz="1800"/>
            </a:pPr>
            <a:r>
              <a:rPr sz="2000" dirty="0"/>
              <a:t>Both forms preserve privacy by exchanging learned parameters or policies rather than raw trajectories.</a:t>
            </a:r>
          </a:p>
        </p:txBody>
      </p:sp>
      <p:sp>
        <p:nvSpPr>
          <p:cNvPr id="5" name="Slide Number Placeholder 4">
            <a:extLst>
              <a:ext uri="{FF2B5EF4-FFF2-40B4-BE49-F238E27FC236}">
                <a16:creationId xmlns:a16="http://schemas.microsoft.com/office/drawing/2014/main" id="{E6A88752-A74A-BFFB-A9E1-01AFDB44E1CC}"/>
              </a:ext>
            </a:extLst>
          </p:cNvPr>
          <p:cNvSpPr>
            <a:spLocks noGrp="1"/>
          </p:cNvSpPr>
          <p:nvPr>
            <p:ph type="sldNum" sz="quarter" idx="12"/>
          </p:nvPr>
        </p:nvSpPr>
        <p:spPr/>
        <p:txBody>
          <a:bodyPr/>
          <a:lstStyle/>
          <a:p>
            <a:fld id="{C1FF6DA9-008F-8B48-92A6-B652298478BF}" type="slidenum">
              <a:rPr lang="en-US" smtClean="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pPr>
            <a:r>
              <a:t>Applications — Mobile and Edge</a:t>
            </a:r>
          </a:p>
        </p:txBody>
      </p:sp>
      <p:sp>
        <p:nvSpPr>
          <p:cNvPr id="3" name="Content Placeholder 2"/>
          <p:cNvSpPr>
            <a:spLocks noGrp="1"/>
          </p:cNvSpPr>
          <p:nvPr>
            <p:ph idx="1"/>
          </p:nvPr>
        </p:nvSpPr>
        <p:spPr>
          <a:xfrm>
            <a:off x="457200" y="1874521"/>
            <a:ext cx="8229600" cy="3368310"/>
          </a:xfrm>
        </p:spPr>
        <p:txBody>
          <a:bodyPr>
            <a:normAutofit/>
          </a:bodyPr>
          <a:lstStyle/>
          <a:p>
            <a:pPr>
              <a:defRPr sz="1800"/>
            </a:pPr>
            <a:r>
              <a:rPr sz="2000" dirty="0"/>
              <a:t>On mobile devices, federated learning powers features such as next‑word prediction and speech recognition without uploading sensitive inputs.</a:t>
            </a:r>
            <a:endParaRPr lang="en-US" sz="2000" dirty="0"/>
          </a:p>
          <a:p>
            <a:pPr marL="0" indent="0">
              <a:buNone/>
              <a:defRPr sz="1800"/>
            </a:pPr>
            <a:endParaRPr sz="2000" dirty="0"/>
          </a:p>
          <a:p>
            <a:pPr>
              <a:defRPr sz="1800"/>
            </a:pPr>
            <a:r>
              <a:rPr sz="2000" dirty="0"/>
              <a:t>Edge deployments leverage local computation to reduce latency and bandwidth while personalizing models to user behavior.</a:t>
            </a:r>
            <a:endParaRPr lang="en-US" sz="2000" dirty="0"/>
          </a:p>
          <a:p>
            <a:pPr marL="0" indent="0">
              <a:buNone/>
              <a:defRPr sz="1800"/>
            </a:pPr>
            <a:endParaRPr sz="2000" dirty="0"/>
          </a:p>
          <a:p>
            <a:pPr>
              <a:defRPr sz="1800"/>
            </a:pPr>
            <a:r>
              <a:rPr sz="2000" dirty="0"/>
              <a:t>These use cases demonstrate privacy‑preserving personalization at scale.</a:t>
            </a:r>
          </a:p>
        </p:txBody>
      </p:sp>
      <p:sp>
        <p:nvSpPr>
          <p:cNvPr id="5" name="Slide Number Placeholder 4">
            <a:extLst>
              <a:ext uri="{FF2B5EF4-FFF2-40B4-BE49-F238E27FC236}">
                <a16:creationId xmlns:a16="http://schemas.microsoft.com/office/drawing/2014/main" id="{C2A2274E-FE5C-D06F-CFFC-38C9D484F0A0}"/>
              </a:ext>
            </a:extLst>
          </p:cNvPr>
          <p:cNvSpPr>
            <a:spLocks noGrp="1"/>
          </p:cNvSpPr>
          <p:nvPr>
            <p:ph type="sldNum" sz="quarter" idx="12"/>
          </p:nvPr>
        </p:nvSpPr>
        <p:spPr/>
        <p:txBody>
          <a:bodyPr/>
          <a:lstStyle/>
          <a:p>
            <a:fld id="{C1FF6DA9-008F-8B48-92A6-B652298478BF}" type="slidenum">
              <a:rPr lang="en-US" smtClean="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pPr>
            <a:r>
              <a:t>Applications — Healthcare</a:t>
            </a:r>
          </a:p>
        </p:txBody>
      </p:sp>
      <p:sp>
        <p:nvSpPr>
          <p:cNvPr id="3" name="Content Placeholder 2"/>
          <p:cNvSpPr>
            <a:spLocks noGrp="1"/>
          </p:cNvSpPr>
          <p:nvPr>
            <p:ph idx="1"/>
          </p:nvPr>
        </p:nvSpPr>
        <p:spPr>
          <a:xfrm>
            <a:off x="457200" y="1874521"/>
            <a:ext cx="8229600" cy="3481598"/>
          </a:xfrm>
        </p:spPr>
        <p:txBody>
          <a:bodyPr>
            <a:normAutofit/>
          </a:bodyPr>
          <a:lstStyle/>
          <a:p>
            <a:pPr>
              <a:defRPr sz="1800"/>
            </a:pPr>
            <a:r>
              <a:rPr sz="2000" dirty="0"/>
              <a:t>Hospitals collaborate on diagnostic models by training locally on patient records and sharing only model updates for aggregation.</a:t>
            </a:r>
            <a:endParaRPr lang="en-US" sz="2000" dirty="0"/>
          </a:p>
          <a:p>
            <a:pPr marL="0" indent="0">
              <a:buNone/>
              <a:defRPr sz="1800"/>
            </a:pPr>
            <a:endParaRPr sz="2000" dirty="0"/>
          </a:p>
          <a:p>
            <a:pPr>
              <a:defRPr sz="1800"/>
            </a:pPr>
            <a:r>
              <a:rPr sz="2000" dirty="0"/>
              <a:t>This approach respects regulations and allows models to learn from broader and more diverse patient populations.</a:t>
            </a:r>
            <a:endParaRPr lang="en-US" sz="2000" dirty="0"/>
          </a:p>
          <a:p>
            <a:pPr marL="0" indent="0">
              <a:buNone/>
              <a:defRPr sz="1800"/>
            </a:pPr>
            <a:endParaRPr sz="2000" dirty="0"/>
          </a:p>
          <a:p>
            <a:pPr>
              <a:defRPr sz="1800"/>
            </a:pPr>
            <a:r>
              <a:rPr sz="2000" dirty="0"/>
              <a:t>Federated learning accelerates medical AI while maintaining confidentiality of sensitive data.</a:t>
            </a:r>
          </a:p>
        </p:txBody>
      </p:sp>
      <p:sp>
        <p:nvSpPr>
          <p:cNvPr id="5" name="Slide Number Placeholder 4">
            <a:extLst>
              <a:ext uri="{FF2B5EF4-FFF2-40B4-BE49-F238E27FC236}">
                <a16:creationId xmlns:a16="http://schemas.microsoft.com/office/drawing/2014/main" id="{ADDA2305-D1B3-A850-D100-6A4A3029E13D}"/>
              </a:ext>
            </a:extLst>
          </p:cNvPr>
          <p:cNvSpPr>
            <a:spLocks noGrp="1"/>
          </p:cNvSpPr>
          <p:nvPr>
            <p:ph type="sldNum" sz="quarter" idx="12"/>
          </p:nvPr>
        </p:nvSpPr>
        <p:spPr/>
        <p:txBody>
          <a:bodyPr/>
          <a:lstStyle/>
          <a:p>
            <a:fld id="{C1FF6DA9-008F-8B48-92A6-B652298478BF}" type="slidenum">
              <a:rPr lang="en-US" smtClean="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pPr>
            <a:r>
              <a:t>Applications — Finance and Smart Cities/IoT</a:t>
            </a:r>
          </a:p>
        </p:txBody>
      </p:sp>
      <p:sp>
        <p:nvSpPr>
          <p:cNvPr id="3" name="Content Placeholder 2"/>
          <p:cNvSpPr>
            <a:spLocks noGrp="1"/>
          </p:cNvSpPr>
          <p:nvPr>
            <p:ph idx="1"/>
          </p:nvPr>
        </p:nvSpPr>
        <p:spPr>
          <a:xfrm>
            <a:off x="457200" y="2037170"/>
            <a:ext cx="8229600" cy="3667715"/>
          </a:xfrm>
        </p:spPr>
        <p:txBody>
          <a:bodyPr>
            <a:normAutofit/>
          </a:bodyPr>
          <a:lstStyle/>
          <a:p>
            <a:pPr>
              <a:defRPr sz="1800"/>
            </a:pPr>
            <a:r>
              <a:rPr sz="2000" dirty="0"/>
              <a:t>Financial institutions jointly detect fraud and assess risk by sharing model updates that capture transaction patterns without exposing raw records.</a:t>
            </a:r>
            <a:endParaRPr lang="en-US" sz="2000" dirty="0"/>
          </a:p>
          <a:p>
            <a:pPr marL="0" indent="0">
              <a:buNone/>
              <a:defRPr sz="1800"/>
            </a:pPr>
            <a:endParaRPr sz="2000" dirty="0"/>
          </a:p>
          <a:p>
            <a:pPr>
              <a:defRPr sz="1800"/>
            </a:pPr>
            <a:r>
              <a:rPr sz="2000" dirty="0"/>
              <a:t>Smart‑city and IoT systems use federated learning for traffic management, energy optimization, and predictive maintenance across distributed sensors.</a:t>
            </a:r>
            <a:endParaRPr lang="en-US" sz="2000" dirty="0"/>
          </a:p>
          <a:p>
            <a:pPr marL="0" indent="0">
              <a:buNone/>
              <a:defRPr sz="1800"/>
            </a:pPr>
            <a:endParaRPr sz="2000" dirty="0"/>
          </a:p>
          <a:p>
            <a:pPr>
              <a:defRPr sz="1800"/>
            </a:pPr>
            <a:r>
              <a:rPr sz="2000" dirty="0"/>
              <a:t>These applications benefit from reduced communication costs and faster local decision making.</a:t>
            </a:r>
          </a:p>
        </p:txBody>
      </p:sp>
      <p:sp>
        <p:nvSpPr>
          <p:cNvPr id="5" name="Slide Number Placeholder 4">
            <a:extLst>
              <a:ext uri="{FF2B5EF4-FFF2-40B4-BE49-F238E27FC236}">
                <a16:creationId xmlns:a16="http://schemas.microsoft.com/office/drawing/2014/main" id="{F43D1B28-DA6C-1E7D-AF79-DB56736F0DF7}"/>
              </a:ext>
            </a:extLst>
          </p:cNvPr>
          <p:cNvSpPr>
            <a:spLocks noGrp="1"/>
          </p:cNvSpPr>
          <p:nvPr>
            <p:ph type="sldNum" sz="quarter" idx="12"/>
          </p:nvPr>
        </p:nvSpPr>
        <p:spPr/>
        <p:txBody>
          <a:bodyPr/>
          <a:lstStyle/>
          <a:p>
            <a:fld id="{C1FF6DA9-008F-8B48-92A6-B652298478BF}" type="slidenum">
              <a:rPr lang="en-US" smtClean="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pPr>
            <a:r>
              <a:rPr dirty="0"/>
              <a:t>Research Trends and Future Directions</a:t>
            </a:r>
          </a:p>
        </p:txBody>
      </p:sp>
      <p:sp>
        <p:nvSpPr>
          <p:cNvPr id="3" name="Content Placeholder 2"/>
          <p:cNvSpPr>
            <a:spLocks noGrp="1"/>
          </p:cNvSpPr>
          <p:nvPr>
            <p:ph idx="1"/>
          </p:nvPr>
        </p:nvSpPr>
        <p:spPr>
          <a:xfrm>
            <a:off x="457200" y="1988618"/>
            <a:ext cx="8229600" cy="3708175"/>
          </a:xfrm>
        </p:spPr>
        <p:txBody>
          <a:bodyPr>
            <a:normAutofit/>
          </a:bodyPr>
          <a:lstStyle/>
          <a:p>
            <a:pPr>
              <a:defRPr sz="1800"/>
            </a:pPr>
            <a:r>
              <a:rPr sz="2000" dirty="0"/>
              <a:t>Continual federated learning aims to update models over time without catastrophic forgetting while handling decentralized, shifting data.</a:t>
            </a:r>
            <a:endParaRPr lang="en-US" sz="2000" dirty="0"/>
          </a:p>
          <a:p>
            <a:pPr marL="0" indent="0">
              <a:buNone/>
              <a:defRPr sz="1800"/>
            </a:pPr>
            <a:endParaRPr sz="2000" dirty="0"/>
          </a:p>
          <a:p>
            <a:pPr>
              <a:defRPr sz="1800"/>
            </a:pPr>
            <a:r>
              <a:rPr sz="2000" dirty="0"/>
              <a:t>Personalization and fairness remain priorities so that models serve diverse clients reliably and equitably.</a:t>
            </a:r>
            <a:endParaRPr lang="en-US" sz="2000" dirty="0"/>
          </a:p>
          <a:p>
            <a:pPr marL="0" indent="0">
              <a:buNone/>
              <a:defRPr sz="1800"/>
            </a:pPr>
            <a:endParaRPr sz="2000" dirty="0"/>
          </a:p>
          <a:p>
            <a:pPr>
              <a:defRPr sz="1800"/>
            </a:pPr>
            <a:r>
              <a:rPr sz="2000" dirty="0"/>
              <a:t>New defenses and communication schemes push the accuracy‑communication Pareto frontier and improve robustness at very large scales.</a:t>
            </a:r>
          </a:p>
        </p:txBody>
      </p:sp>
      <p:sp>
        <p:nvSpPr>
          <p:cNvPr id="5" name="Slide Number Placeholder 4">
            <a:extLst>
              <a:ext uri="{FF2B5EF4-FFF2-40B4-BE49-F238E27FC236}">
                <a16:creationId xmlns:a16="http://schemas.microsoft.com/office/drawing/2014/main" id="{830B953D-391C-2328-5FE2-1431CE238D83}"/>
              </a:ext>
            </a:extLst>
          </p:cNvPr>
          <p:cNvSpPr>
            <a:spLocks noGrp="1"/>
          </p:cNvSpPr>
          <p:nvPr>
            <p:ph type="sldNum" sz="quarter" idx="12"/>
          </p:nvPr>
        </p:nvSpPr>
        <p:spPr/>
        <p:txBody>
          <a:bodyPr/>
          <a:lstStyle/>
          <a:p>
            <a:fld id="{C1FF6DA9-008F-8B48-92A6-B652298478BF}" type="slidenum">
              <a:rPr lang="en-US" smtClean="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C633E-999B-9607-A4C9-BA5BFDBEB000}"/>
              </a:ext>
            </a:extLst>
          </p:cNvPr>
          <p:cNvSpPr>
            <a:spLocks noGrp="1"/>
          </p:cNvSpPr>
          <p:nvPr>
            <p:ph type="title"/>
          </p:nvPr>
        </p:nvSpPr>
        <p:spPr/>
        <p:txBody>
          <a:bodyPr/>
          <a:lstStyle/>
          <a:p>
            <a:r>
              <a:rPr lang="en-US" b="1" dirty="0"/>
              <a:t>References</a:t>
            </a:r>
          </a:p>
        </p:txBody>
      </p:sp>
      <p:sp>
        <p:nvSpPr>
          <p:cNvPr id="3" name="Content Placeholder 2">
            <a:extLst>
              <a:ext uri="{FF2B5EF4-FFF2-40B4-BE49-F238E27FC236}">
                <a16:creationId xmlns:a16="http://schemas.microsoft.com/office/drawing/2014/main" id="{1D50FAE3-3141-81C2-5302-F2257205AE87}"/>
              </a:ext>
            </a:extLst>
          </p:cNvPr>
          <p:cNvSpPr>
            <a:spLocks noGrp="1"/>
          </p:cNvSpPr>
          <p:nvPr>
            <p:ph idx="1"/>
          </p:nvPr>
        </p:nvSpPr>
        <p:spPr>
          <a:xfrm>
            <a:off x="457200" y="1600200"/>
            <a:ext cx="8229600" cy="5091913"/>
          </a:xfrm>
        </p:spPr>
        <p:txBody>
          <a:bodyPr>
            <a:noAutofit/>
          </a:bodyPr>
          <a:lstStyle/>
          <a:p>
            <a:r>
              <a:rPr lang="en-US" sz="1500" dirty="0"/>
              <a:t>McMahan, H.B., et al. (2016/2017). Communication‑Efficient Learning of Deep Networks from Decentralized Data. AISTATS/</a:t>
            </a:r>
            <a:r>
              <a:rPr lang="en-US" sz="1500" dirty="0" err="1"/>
              <a:t>arXiv</a:t>
            </a:r>
            <a:r>
              <a:rPr lang="en-US" sz="1500" dirty="0"/>
              <a:t>.  </a:t>
            </a:r>
            <a:r>
              <a:rPr lang="en-US" sz="1500" dirty="0">
                <a:hlinkClick r:id="rId2"/>
              </a:rPr>
              <a:t>[link]</a:t>
            </a:r>
          </a:p>
          <a:p>
            <a:endParaRPr lang="en-US" sz="1500" dirty="0">
              <a:hlinkClick r:id="rId2"/>
            </a:endParaRPr>
          </a:p>
          <a:p>
            <a:r>
              <a:rPr lang="en-US" sz="1500" dirty="0"/>
              <a:t>Bonawitz, K., et al. (2017). Practical Secure Aggregation for Privacy‑Preserving ML. CCS.  </a:t>
            </a:r>
            <a:r>
              <a:rPr lang="en-US" sz="1500" dirty="0">
                <a:hlinkClick r:id="rId3"/>
              </a:rPr>
              <a:t>[link]</a:t>
            </a:r>
          </a:p>
          <a:p>
            <a:endParaRPr lang="en-US" sz="1500" dirty="0">
              <a:hlinkClick r:id="rId3"/>
            </a:endParaRPr>
          </a:p>
          <a:p>
            <a:r>
              <a:rPr lang="en-US" sz="1500" dirty="0"/>
              <a:t>Roy, A.G., et al. (2019). </a:t>
            </a:r>
            <a:r>
              <a:rPr lang="en-US" sz="1500" dirty="0" err="1"/>
              <a:t>BrainTorrent</a:t>
            </a:r>
            <a:r>
              <a:rPr lang="en-US" sz="1500" dirty="0"/>
              <a:t>: A Peer‑to‑Peer Environment for Decentralized FL. </a:t>
            </a:r>
            <a:r>
              <a:rPr lang="en-US" sz="1500" dirty="0" err="1"/>
              <a:t>arXiv</a:t>
            </a:r>
            <a:r>
              <a:rPr lang="en-US" sz="1500" dirty="0"/>
              <a:t>.  </a:t>
            </a:r>
            <a:r>
              <a:rPr lang="en-US" sz="1500" dirty="0">
                <a:hlinkClick r:id="rId4"/>
              </a:rPr>
              <a:t>[link]</a:t>
            </a:r>
          </a:p>
          <a:p>
            <a:pPr marL="0" indent="0">
              <a:buNone/>
            </a:pPr>
            <a:endParaRPr lang="en-US" sz="1500" dirty="0">
              <a:hlinkClick r:id="rId5"/>
            </a:endParaRPr>
          </a:p>
          <a:p>
            <a:r>
              <a:rPr lang="en-US" sz="1500" dirty="0" err="1"/>
              <a:t>Kairouz</a:t>
            </a:r>
            <a:r>
              <a:rPr lang="en-US" sz="1500" dirty="0"/>
              <a:t>, P., et al. (2021). Advances and Open Problems in Federated Learning. </a:t>
            </a:r>
            <a:r>
              <a:rPr lang="en-US" sz="1500" dirty="0" err="1"/>
              <a:t>FnT</a:t>
            </a:r>
            <a:r>
              <a:rPr lang="en-US" sz="1500" dirty="0"/>
              <a:t> ML.  </a:t>
            </a:r>
            <a:r>
              <a:rPr lang="en-US" sz="1500" dirty="0">
                <a:hlinkClick r:id="rId6"/>
              </a:rPr>
              <a:t>[link]</a:t>
            </a:r>
          </a:p>
          <a:p>
            <a:endParaRPr lang="en-US" sz="1500" dirty="0">
              <a:hlinkClick r:id="rId6"/>
            </a:endParaRPr>
          </a:p>
          <a:p>
            <a:r>
              <a:rPr lang="en-US" sz="1500" dirty="0"/>
              <a:t>Yu, B., et al. (2022). A Survey on FL in Data Mining. WIREs Data Mining.  </a:t>
            </a:r>
            <a:r>
              <a:rPr lang="en-US" sz="1500" dirty="0">
                <a:hlinkClick r:id="rId7"/>
              </a:rPr>
              <a:t>[link]</a:t>
            </a:r>
          </a:p>
          <a:p>
            <a:endParaRPr lang="en-US" sz="1500" dirty="0">
              <a:hlinkClick r:id="rId7"/>
            </a:endParaRPr>
          </a:p>
          <a:p>
            <a:r>
              <a:rPr lang="en-US" sz="1500" dirty="0"/>
              <a:t>Lydia, A.A.; Francis, F.S. 2019. </a:t>
            </a:r>
            <a:r>
              <a:rPr lang="en-US" sz="1500" dirty="0" err="1"/>
              <a:t>Adagrad</a:t>
            </a:r>
            <a:r>
              <a:rPr lang="en-US" sz="1500" dirty="0"/>
              <a:t>—An Optimizer for Stochastic Gradient Descent. </a:t>
            </a:r>
            <a:r>
              <a:rPr lang="en-US" sz="1500" i="1" dirty="0"/>
              <a:t>Int. J. Inf. </a:t>
            </a:r>
            <a:r>
              <a:rPr lang="en-US" sz="1500" i="1" dirty="0" err="1"/>
              <a:t>Comput</a:t>
            </a:r>
            <a:r>
              <a:rPr lang="en-US" sz="1500" i="1" dirty="0"/>
              <a:t>. Sci.</a:t>
            </a:r>
            <a:r>
              <a:rPr lang="en-US" sz="1500" dirty="0"/>
              <a:t>6:566–568. </a:t>
            </a:r>
            <a:r>
              <a:rPr lang="en-US" sz="1500" dirty="0">
                <a:hlinkClick r:id="rId8"/>
              </a:rPr>
              <a:t>[link]</a:t>
            </a:r>
            <a:endParaRPr lang="en-US" sz="1500" dirty="0"/>
          </a:p>
          <a:p>
            <a:pPr marL="0" indent="0">
              <a:buNone/>
            </a:pPr>
            <a:endParaRPr lang="en-US" sz="1500" dirty="0"/>
          </a:p>
          <a:p>
            <a:r>
              <a:rPr lang="en-US" sz="1500" dirty="0"/>
              <a:t>Papadopoulos, C., Kollias, K.-F., &amp; </a:t>
            </a:r>
            <a:r>
              <a:rPr lang="en-US" sz="1500" dirty="0" err="1"/>
              <a:t>Fragulis</a:t>
            </a:r>
            <a:r>
              <a:rPr lang="en-US" sz="1500" dirty="0"/>
              <a:t>, G.F. 2024. Recent Advancements in Federated Learning: State of the Art, Fundamentals, Principles, IoT Applications and Future Trends. </a:t>
            </a:r>
            <a:r>
              <a:rPr lang="en-US" sz="1500" i="1" dirty="0"/>
              <a:t>Future Internet</a:t>
            </a:r>
            <a:r>
              <a:rPr lang="en-US" sz="1500" dirty="0"/>
              <a:t> 16(11):415. </a:t>
            </a:r>
            <a:r>
              <a:rPr lang="en-US" sz="1500" dirty="0">
                <a:hlinkClick r:id="rId9"/>
              </a:rPr>
              <a:t>[link]</a:t>
            </a:r>
            <a:endParaRPr lang="en-US" sz="1500" dirty="0">
              <a:hlinkClick r:id="rId6"/>
            </a:endParaRPr>
          </a:p>
          <a:p>
            <a:pPr marL="0" indent="0">
              <a:buNone/>
            </a:pPr>
            <a:endParaRPr lang="en-US" sz="1500" dirty="0">
              <a:hlinkClick r:id="rId5"/>
            </a:endParaRPr>
          </a:p>
          <a:p>
            <a:endParaRPr lang="en-US" sz="1500" dirty="0">
              <a:hlinkClick r:id="rId5"/>
            </a:endParaRPr>
          </a:p>
          <a:p>
            <a:endParaRPr lang="en-US" sz="1500" dirty="0"/>
          </a:p>
        </p:txBody>
      </p:sp>
      <p:sp>
        <p:nvSpPr>
          <p:cNvPr id="4" name="Slide Number Placeholder 3">
            <a:extLst>
              <a:ext uri="{FF2B5EF4-FFF2-40B4-BE49-F238E27FC236}">
                <a16:creationId xmlns:a16="http://schemas.microsoft.com/office/drawing/2014/main" id="{FF647CEB-2596-071E-14EA-89F33F294ACE}"/>
              </a:ext>
            </a:extLst>
          </p:cNvPr>
          <p:cNvSpPr>
            <a:spLocks noGrp="1"/>
          </p:cNvSpPr>
          <p:nvPr>
            <p:ph type="sldNum" sz="quarter" idx="12"/>
          </p:nvPr>
        </p:nvSpPr>
        <p:spPr/>
        <p:txBody>
          <a:bodyPr/>
          <a:lstStyle/>
          <a:p>
            <a:fld id="{C1FF6DA9-008F-8B48-92A6-B652298478BF}" type="slidenum">
              <a:rPr lang="en-US" smtClean="0"/>
              <a:t>43</a:t>
            </a:fld>
            <a:endParaRPr lang="en-US"/>
          </a:p>
        </p:txBody>
      </p:sp>
    </p:spTree>
    <p:extLst>
      <p:ext uri="{BB962C8B-B14F-4D97-AF65-F5344CB8AC3E}">
        <p14:creationId xmlns:p14="http://schemas.microsoft.com/office/powerpoint/2010/main" val="28069761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C6501-11A6-83B2-0D16-22B23FB1C8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16F128-158B-CD03-DE3A-961E1CBE497A}"/>
              </a:ext>
            </a:extLst>
          </p:cNvPr>
          <p:cNvSpPr>
            <a:spLocks noGrp="1"/>
          </p:cNvSpPr>
          <p:nvPr>
            <p:ph type="title"/>
          </p:nvPr>
        </p:nvSpPr>
        <p:spPr/>
        <p:txBody>
          <a:bodyPr/>
          <a:lstStyle/>
          <a:p>
            <a:r>
              <a:rPr lang="en-US" b="1" dirty="0"/>
              <a:t>References</a:t>
            </a:r>
          </a:p>
        </p:txBody>
      </p:sp>
      <p:sp>
        <p:nvSpPr>
          <p:cNvPr id="3" name="Content Placeholder 2">
            <a:extLst>
              <a:ext uri="{FF2B5EF4-FFF2-40B4-BE49-F238E27FC236}">
                <a16:creationId xmlns:a16="http://schemas.microsoft.com/office/drawing/2014/main" id="{06B3A94F-2C23-6AA0-19E6-81E9010CFF5F}"/>
              </a:ext>
            </a:extLst>
          </p:cNvPr>
          <p:cNvSpPr>
            <a:spLocks noGrp="1"/>
          </p:cNvSpPr>
          <p:nvPr>
            <p:ph idx="1"/>
          </p:nvPr>
        </p:nvSpPr>
        <p:spPr>
          <a:xfrm>
            <a:off x="457200" y="1417638"/>
            <a:ext cx="8229600" cy="4659481"/>
          </a:xfrm>
        </p:spPr>
        <p:txBody>
          <a:bodyPr>
            <a:noAutofit/>
          </a:bodyPr>
          <a:lstStyle/>
          <a:p>
            <a:endParaRPr lang="en-US" sz="1400" dirty="0">
              <a:hlinkClick r:id="rId2"/>
            </a:endParaRPr>
          </a:p>
          <a:p>
            <a:r>
              <a:rPr lang="en-US" sz="1400" dirty="0"/>
              <a:t>Acar, D.A.E., et al. (2021). Federated Learning Based on Dynamic Regularization (</a:t>
            </a:r>
            <a:r>
              <a:rPr lang="en-US" sz="1400" dirty="0" err="1"/>
              <a:t>FedDyn</a:t>
            </a:r>
            <a:r>
              <a:rPr lang="en-US" sz="1400" dirty="0"/>
              <a:t>). ICLR.  </a:t>
            </a:r>
            <a:r>
              <a:rPr lang="en-US" sz="1400" dirty="0">
                <a:hlinkClick r:id="rId3"/>
              </a:rPr>
              <a:t>[link]</a:t>
            </a:r>
          </a:p>
          <a:p>
            <a:endParaRPr lang="en-US" sz="1400" dirty="0">
              <a:hlinkClick r:id="rId3"/>
            </a:endParaRPr>
          </a:p>
          <a:p>
            <a:r>
              <a:rPr lang="en-US" sz="1400" dirty="0"/>
              <a:t>Jin, H., et al. (2022). Federated RL with Environment Heterogeneity. PMLR.  </a:t>
            </a:r>
            <a:r>
              <a:rPr lang="en-US" sz="1400" dirty="0">
                <a:hlinkClick r:id="rId4"/>
              </a:rPr>
              <a:t>[link]</a:t>
            </a:r>
            <a:endParaRPr lang="en-US" sz="1400" dirty="0">
              <a:hlinkClick r:id="rId3"/>
            </a:endParaRPr>
          </a:p>
          <a:p>
            <a:endParaRPr lang="en-US" sz="1400" dirty="0">
              <a:hlinkClick r:id="rId3"/>
            </a:endParaRPr>
          </a:p>
          <a:p>
            <a:r>
              <a:rPr lang="en-US" sz="1400" dirty="0"/>
              <a:t>Li, X., et al. (2021). </a:t>
            </a:r>
            <a:r>
              <a:rPr lang="en-US" sz="1400" dirty="0" err="1"/>
              <a:t>FedBN</a:t>
            </a:r>
            <a:r>
              <a:rPr lang="en-US" sz="1400" dirty="0"/>
              <a:t>: FL on Non‑IID Features via Local Batch Norm. </a:t>
            </a:r>
            <a:r>
              <a:rPr lang="en-US" sz="1400" dirty="0" err="1"/>
              <a:t>arXiv</a:t>
            </a:r>
            <a:r>
              <a:rPr lang="en-US" sz="1400" dirty="0"/>
              <a:t>.  </a:t>
            </a:r>
            <a:r>
              <a:rPr lang="en-US" sz="1400" dirty="0">
                <a:hlinkClick r:id="rId5"/>
              </a:rPr>
              <a:t>[link]</a:t>
            </a:r>
          </a:p>
          <a:p>
            <a:endParaRPr lang="en-US" sz="1400" dirty="0">
              <a:hlinkClick r:id="rId5"/>
            </a:endParaRPr>
          </a:p>
          <a:p>
            <a:r>
              <a:rPr lang="en-US" sz="1400" dirty="0"/>
              <a:t>Garcia, M.H., et al. (2022). FLUTE: Framework for High‑Performance FL Simulations. </a:t>
            </a:r>
            <a:r>
              <a:rPr lang="en-US" sz="1400" dirty="0" err="1"/>
              <a:t>arXiv</a:t>
            </a:r>
            <a:r>
              <a:rPr lang="en-US" sz="1400" dirty="0"/>
              <a:t>.  </a:t>
            </a:r>
            <a:r>
              <a:rPr lang="en-US" sz="1400" dirty="0">
                <a:hlinkClick r:id="rId6"/>
              </a:rPr>
              <a:t>[link]</a:t>
            </a:r>
          </a:p>
          <a:p>
            <a:pPr marL="0" indent="0">
              <a:buNone/>
            </a:pPr>
            <a:endParaRPr lang="en-US" sz="1400" dirty="0">
              <a:hlinkClick r:id="rId4"/>
            </a:endParaRPr>
          </a:p>
          <a:p>
            <a:r>
              <a:rPr lang="en-US" sz="1400" dirty="0"/>
              <a:t>Chen, Y., et al. (2022). Federated Learning Attacks and Defenses: A Survey. </a:t>
            </a:r>
            <a:r>
              <a:rPr lang="en-US" sz="1400" dirty="0" err="1"/>
              <a:t>arXiv</a:t>
            </a:r>
            <a:r>
              <a:rPr lang="en-US" sz="1400" dirty="0"/>
              <a:t>.  </a:t>
            </a:r>
            <a:r>
              <a:rPr lang="en-US" sz="1400" dirty="0">
                <a:hlinkClick r:id="rId7"/>
              </a:rPr>
              <a:t>[link]</a:t>
            </a:r>
          </a:p>
          <a:p>
            <a:endParaRPr lang="en-US" sz="1400" dirty="0">
              <a:hlinkClick r:id="rId7"/>
            </a:endParaRPr>
          </a:p>
          <a:p>
            <a:r>
              <a:rPr lang="en-US" sz="1400" dirty="0"/>
              <a:t>Chen, Y., et al. (2020). Asynchronous Online FL for Edge Devices with Non‑IID Data. IEEE Big Data.  </a:t>
            </a:r>
            <a:r>
              <a:rPr lang="en-US" sz="1400" dirty="0">
                <a:hlinkClick r:id="rId8"/>
              </a:rPr>
              <a:t>[link]</a:t>
            </a:r>
          </a:p>
          <a:p>
            <a:pPr marL="0" indent="0">
              <a:buNone/>
            </a:pPr>
            <a:endParaRPr lang="en-US" sz="1400" dirty="0">
              <a:hlinkClick r:id="rId9"/>
            </a:endParaRPr>
          </a:p>
          <a:p>
            <a:r>
              <a:rPr lang="en-US" sz="1400" dirty="0"/>
              <a:t>Teo, Z.L., et al. (2024). Federated ML in Healthcare: Systematic Review. </a:t>
            </a:r>
            <a:r>
              <a:rPr lang="en-US" sz="1400" dirty="0" err="1"/>
              <a:t>npj</a:t>
            </a:r>
            <a:r>
              <a:rPr lang="en-US" sz="1400" dirty="0"/>
              <a:t> Digit. Med./PMC.  </a:t>
            </a:r>
            <a:r>
              <a:rPr lang="en-US" sz="1400" dirty="0">
                <a:hlinkClick r:id="rId10"/>
              </a:rPr>
              <a:t>[link]</a:t>
            </a:r>
          </a:p>
          <a:p>
            <a:endParaRPr lang="en-US" sz="1400" dirty="0">
              <a:hlinkClick r:id="rId10"/>
            </a:endParaRPr>
          </a:p>
          <a:p>
            <a:r>
              <a:rPr lang="en-US" sz="1400" dirty="0"/>
              <a:t>Nilsson, A.; Smith, S.; Ulm, G.; Gustavsson, E.; </a:t>
            </a:r>
            <a:r>
              <a:rPr lang="en-US" sz="1400" dirty="0" err="1"/>
              <a:t>Jirstrand</a:t>
            </a:r>
            <a:r>
              <a:rPr lang="en-US" sz="1400" dirty="0"/>
              <a:t>, M. 2018. A Performance Evaluation of Federated Learning Algorithms. </a:t>
            </a:r>
            <a:r>
              <a:rPr lang="en-US" sz="1400" i="1" dirty="0"/>
              <a:t>Proceedings of the Second Workshop on Distributed Infrastructures for Deep Learning (</a:t>
            </a:r>
            <a:r>
              <a:rPr lang="en-US" sz="1400" i="1" dirty="0" err="1"/>
              <a:t>DIDL@Middleware</a:t>
            </a:r>
            <a:r>
              <a:rPr lang="en-US" sz="1400" i="1" dirty="0"/>
              <a:t> 2018)</a:t>
            </a:r>
            <a:r>
              <a:rPr lang="en-US" sz="1400" dirty="0"/>
              <a:t>, Rennes, France, 10–11 Dec; pp. 1–8. </a:t>
            </a:r>
            <a:r>
              <a:rPr lang="en-US" sz="1400" dirty="0">
                <a:solidFill>
                  <a:schemeClr val="tx2"/>
                </a:solidFill>
              </a:rPr>
              <a:t>[</a:t>
            </a:r>
            <a:r>
              <a:rPr lang="en-US" sz="1400" dirty="0">
                <a:hlinkClick r:id="rId11"/>
              </a:rPr>
              <a:t>link</a:t>
            </a:r>
            <a:r>
              <a:rPr lang="en-US" sz="1400" dirty="0">
                <a:solidFill>
                  <a:schemeClr val="tx2"/>
                </a:solidFill>
              </a:rPr>
              <a:t>]</a:t>
            </a:r>
            <a:endParaRPr lang="en-US" sz="1400" dirty="0">
              <a:solidFill>
                <a:schemeClr val="tx2">
                  <a:lumMod val="60000"/>
                  <a:lumOff val="40000"/>
                </a:schemeClr>
              </a:solidFill>
              <a:hlinkClick r:id="rId10">
                <a:extLst>
                  <a:ext uri="{A12FA001-AC4F-418D-AE19-62706E023703}">
                    <ahyp:hlinkClr xmlns:ahyp="http://schemas.microsoft.com/office/drawing/2018/hyperlinkcolor" val="tx"/>
                  </a:ext>
                </a:extLst>
              </a:hlinkClick>
            </a:endParaRPr>
          </a:p>
          <a:p>
            <a:endParaRPr lang="en-US" sz="1400" dirty="0">
              <a:hlinkClick r:id="rId6"/>
            </a:endParaRPr>
          </a:p>
          <a:p>
            <a:endParaRPr lang="en-US" sz="1400" dirty="0">
              <a:hlinkClick r:id="rId8"/>
            </a:endParaRPr>
          </a:p>
          <a:p>
            <a:endParaRPr lang="en-US" sz="1400" dirty="0"/>
          </a:p>
        </p:txBody>
      </p:sp>
      <p:sp>
        <p:nvSpPr>
          <p:cNvPr id="4" name="Slide Number Placeholder 3">
            <a:extLst>
              <a:ext uri="{FF2B5EF4-FFF2-40B4-BE49-F238E27FC236}">
                <a16:creationId xmlns:a16="http://schemas.microsoft.com/office/drawing/2014/main" id="{3D36EB90-0A55-9EE8-097F-F54E6C7F7DE4}"/>
              </a:ext>
            </a:extLst>
          </p:cNvPr>
          <p:cNvSpPr>
            <a:spLocks noGrp="1"/>
          </p:cNvSpPr>
          <p:nvPr>
            <p:ph type="sldNum" sz="quarter" idx="12"/>
          </p:nvPr>
        </p:nvSpPr>
        <p:spPr/>
        <p:txBody>
          <a:bodyPr/>
          <a:lstStyle/>
          <a:p>
            <a:fld id="{C1FF6DA9-008F-8B48-92A6-B652298478BF}" type="slidenum">
              <a:rPr lang="en-US" smtClean="0"/>
              <a:t>44</a:t>
            </a:fld>
            <a:endParaRPr lang="en-US"/>
          </a:p>
        </p:txBody>
      </p:sp>
    </p:spTree>
    <p:extLst>
      <p:ext uri="{BB962C8B-B14F-4D97-AF65-F5344CB8AC3E}">
        <p14:creationId xmlns:p14="http://schemas.microsoft.com/office/powerpoint/2010/main" val="38291795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7EC2F-76EB-82E3-39F4-C28AF3CB43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2F9913-CAB1-B547-8239-AF11E7563205}"/>
              </a:ext>
            </a:extLst>
          </p:cNvPr>
          <p:cNvSpPr>
            <a:spLocks noGrp="1"/>
          </p:cNvSpPr>
          <p:nvPr>
            <p:ph type="title"/>
          </p:nvPr>
        </p:nvSpPr>
        <p:spPr/>
        <p:txBody>
          <a:bodyPr/>
          <a:lstStyle/>
          <a:p>
            <a:r>
              <a:rPr lang="en-US" b="1" dirty="0"/>
              <a:t>References</a:t>
            </a:r>
          </a:p>
        </p:txBody>
      </p:sp>
      <p:sp>
        <p:nvSpPr>
          <p:cNvPr id="3" name="Content Placeholder 2">
            <a:extLst>
              <a:ext uri="{FF2B5EF4-FFF2-40B4-BE49-F238E27FC236}">
                <a16:creationId xmlns:a16="http://schemas.microsoft.com/office/drawing/2014/main" id="{B0499390-D0D0-C8F5-EB3A-A39743209263}"/>
              </a:ext>
            </a:extLst>
          </p:cNvPr>
          <p:cNvSpPr>
            <a:spLocks noGrp="1"/>
          </p:cNvSpPr>
          <p:nvPr>
            <p:ph idx="1"/>
          </p:nvPr>
        </p:nvSpPr>
        <p:spPr/>
        <p:txBody>
          <a:bodyPr>
            <a:normAutofit/>
          </a:bodyPr>
          <a:lstStyle/>
          <a:p>
            <a:r>
              <a:rPr lang="en-US" sz="1400" dirty="0"/>
              <a:t>European Data Protection Supervisor (2025, June 10). </a:t>
            </a:r>
            <a:r>
              <a:rPr lang="en-US" sz="1400" dirty="0" err="1"/>
              <a:t>Techdispatch</a:t>
            </a:r>
            <a:r>
              <a:rPr lang="en-US" sz="1400" dirty="0"/>
              <a:t> 1/2025: Federated learning.  </a:t>
            </a:r>
            <a:r>
              <a:rPr lang="en-US" sz="1400" dirty="0">
                <a:hlinkClick r:id="rId2"/>
              </a:rPr>
              <a:t>[link]</a:t>
            </a:r>
          </a:p>
          <a:p>
            <a:endParaRPr lang="en-US" sz="1400" dirty="0">
              <a:hlinkClick r:id="rId2"/>
            </a:endParaRPr>
          </a:p>
          <a:p>
            <a:r>
              <a:rPr lang="en-US" sz="1400" dirty="0"/>
              <a:t>Fang et al. (2021). Federated reinforcement learning: techniques, applications, and open challenges. ResearchGate.  </a:t>
            </a:r>
            <a:r>
              <a:rPr lang="en-US" sz="1400" dirty="0">
                <a:hlinkClick r:id="rId3"/>
              </a:rPr>
              <a:t>[link]</a:t>
            </a:r>
          </a:p>
          <a:p>
            <a:endParaRPr lang="en-US" sz="1400" dirty="0">
              <a:hlinkClick r:id="rId3"/>
            </a:endParaRPr>
          </a:p>
          <a:p>
            <a:r>
              <a:rPr lang="en-US" sz="1400" dirty="0" err="1"/>
              <a:t>Kairouz</a:t>
            </a:r>
            <a:r>
              <a:rPr lang="en-US" sz="1400" dirty="0"/>
              <a:t> et al. (2025). Federated Learning: From Theory to Practice. </a:t>
            </a:r>
            <a:r>
              <a:rPr lang="en-US" sz="1400" dirty="0" err="1"/>
              <a:t>arXiv</a:t>
            </a:r>
            <a:r>
              <a:rPr lang="en-US" sz="1400" dirty="0"/>
              <a:t>.  </a:t>
            </a:r>
            <a:r>
              <a:rPr lang="en-US" sz="1400" dirty="0">
                <a:hlinkClick r:id="rId4"/>
              </a:rPr>
              <a:t>[link]</a:t>
            </a:r>
          </a:p>
          <a:p>
            <a:endParaRPr lang="en-US" sz="1400" dirty="0">
              <a:hlinkClick r:id="rId4"/>
            </a:endParaRPr>
          </a:p>
          <a:p>
            <a:r>
              <a:rPr lang="en-US" sz="1400" dirty="0"/>
              <a:t>ResearchGate Q&amp;A: Ways to deal with FL heterogeneity.  </a:t>
            </a:r>
            <a:r>
              <a:rPr lang="en-US" sz="1400" dirty="0">
                <a:hlinkClick r:id="rId5"/>
              </a:rPr>
              <a:t>[link]</a:t>
            </a:r>
          </a:p>
          <a:p>
            <a:endParaRPr lang="en-US" sz="1400" dirty="0">
              <a:hlinkClick r:id="rId5"/>
            </a:endParaRPr>
          </a:p>
          <a:p>
            <a:r>
              <a:rPr lang="en-US" sz="1400" dirty="0"/>
              <a:t>Afsar, M. A., et al. (2024). Privacy‑Preserving FL for Healthcare using DP and HE. ResearchGate.  </a:t>
            </a:r>
            <a:r>
              <a:rPr lang="en-US" sz="1400" dirty="0">
                <a:hlinkClick r:id="rId6"/>
              </a:rPr>
              <a:t>[link]</a:t>
            </a:r>
          </a:p>
          <a:p>
            <a:endParaRPr lang="en-US" sz="1400" dirty="0">
              <a:hlinkClick r:id="rId6"/>
            </a:endParaRPr>
          </a:p>
          <a:p>
            <a:r>
              <a:rPr lang="en-US" sz="1400" dirty="0"/>
              <a:t>Federated Learning Communication Protocol (2024). Applied Sciences (MDPI).  </a:t>
            </a:r>
            <a:r>
              <a:rPr lang="en-US" sz="1400" dirty="0">
                <a:hlinkClick r:id="rId7"/>
              </a:rPr>
              <a:t>[link]</a:t>
            </a:r>
          </a:p>
          <a:p>
            <a:endParaRPr lang="en-US" sz="1400" dirty="0">
              <a:hlinkClick r:id="rId7"/>
            </a:endParaRPr>
          </a:p>
          <a:p>
            <a:r>
              <a:rPr lang="en-US" sz="1400" dirty="0"/>
              <a:t>Iyer, V.N. (2024). Review on Techniques to Combat Non‑IID and Heterogeneous Data in FL. </a:t>
            </a:r>
            <a:r>
              <a:rPr lang="en-US" sz="1400" dirty="0" err="1"/>
              <a:t>arXiv</a:t>
            </a:r>
            <a:r>
              <a:rPr lang="en-US" sz="1400" dirty="0"/>
              <a:t>.  </a:t>
            </a:r>
            <a:r>
              <a:rPr lang="en-US" sz="1400" dirty="0">
                <a:hlinkClick r:id="rId8"/>
              </a:rPr>
              <a:t>[link]</a:t>
            </a:r>
          </a:p>
          <a:p>
            <a:endParaRPr lang="en-US" sz="1400" dirty="0">
              <a:hlinkClick r:id="rId8"/>
            </a:endParaRPr>
          </a:p>
          <a:p>
            <a:r>
              <a:rPr lang="en-US" sz="1400" dirty="0"/>
              <a:t>Zhang, X.; Yin, W.; Hong, M.; Chen, T. Hybrid Federated Learning: Algorithms and Implementation. </a:t>
            </a:r>
            <a:r>
              <a:rPr lang="en-US" sz="1400" i="1" dirty="0" err="1"/>
              <a:t>arXiv</a:t>
            </a:r>
            <a:r>
              <a:rPr lang="en-US" sz="1400" i="1" dirty="0"/>
              <a:t> (</a:t>
            </a:r>
            <a:r>
              <a:rPr lang="en-US" sz="1400" dirty="0"/>
              <a:t>2021), arXiv:2012.12420. </a:t>
            </a:r>
            <a:r>
              <a:rPr lang="en-US" sz="1400" dirty="0">
                <a:hlinkClick r:id="rId9"/>
              </a:rPr>
              <a:t>[link]</a:t>
            </a:r>
            <a:endParaRPr lang="en-US" sz="1400" dirty="0"/>
          </a:p>
          <a:p>
            <a:endParaRPr lang="en-US" sz="1400" dirty="0">
              <a:hlinkClick r:id="rId8"/>
            </a:endParaRPr>
          </a:p>
          <a:p>
            <a:endParaRPr lang="en-US" sz="1400" dirty="0"/>
          </a:p>
        </p:txBody>
      </p:sp>
      <p:sp>
        <p:nvSpPr>
          <p:cNvPr id="4" name="Slide Number Placeholder 3">
            <a:extLst>
              <a:ext uri="{FF2B5EF4-FFF2-40B4-BE49-F238E27FC236}">
                <a16:creationId xmlns:a16="http://schemas.microsoft.com/office/drawing/2014/main" id="{96F46141-28E2-5FA7-F6AD-B467DB2B833C}"/>
              </a:ext>
            </a:extLst>
          </p:cNvPr>
          <p:cNvSpPr>
            <a:spLocks noGrp="1"/>
          </p:cNvSpPr>
          <p:nvPr>
            <p:ph type="sldNum" sz="quarter" idx="12"/>
          </p:nvPr>
        </p:nvSpPr>
        <p:spPr/>
        <p:txBody>
          <a:bodyPr/>
          <a:lstStyle/>
          <a:p>
            <a:fld id="{C1FF6DA9-008F-8B48-92A6-B652298478BF}" type="slidenum">
              <a:rPr lang="en-US" smtClean="0"/>
              <a:t>45</a:t>
            </a:fld>
            <a:endParaRPr lang="en-US"/>
          </a:p>
        </p:txBody>
      </p:sp>
    </p:spTree>
    <p:extLst>
      <p:ext uri="{BB962C8B-B14F-4D97-AF65-F5344CB8AC3E}">
        <p14:creationId xmlns:p14="http://schemas.microsoft.com/office/powerpoint/2010/main" val="174471208"/>
      </p:ext>
    </p:extLst>
  </p:cSld>
  <p:clrMapOvr>
    <a:masterClrMapping/>
  </p:clrMapOvr>
</p:sld>
</file>

<file path=ppt/theme/theme1.xml><?xml version="1.0" encoding="utf-8"?>
<a:theme xmlns:a="http://schemas.openxmlformats.org/drawingml/2006/main" name="PortalVTI">
  <a:themeElements>
    <a:clrScheme name="PortalVTI">
      <a:dk1>
        <a:sysClr val="windowText" lastClr="000000"/>
      </a:dk1>
      <a:lt1>
        <a:sysClr val="window" lastClr="FFFFFF"/>
      </a:lt1>
      <a:dk2>
        <a:srgbClr val="051618"/>
      </a:dk2>
      <a:lt2>
        <a:srgbClr val="E8E8DF"/>
      </a:lt2>
      <a:accent1>
        <a:srgbClr val="2D714C"/>
      </a:accent1>
      <a:accent2>
        <a:srgbClr val="1F7985"/>
      </a:accent2>
      <a:accent3>
        <a:srgbClr val="0D6756"/>
      </a:accent3>
      <a:accent4>
        <a:srgbClr val="40945E"/>
      </a:accent4>
      <a:accent5>
        <a:srgbClr val="389896"/>
      </a:accent5>
      <a:accent6>
        <a:srgbClr val="64924A"/>
      </a:accent6>
      <a:hlink>
        <a:srgbClr val="1F855C"/>
      </a:hlink>
      <a:folHlink>
        <a:srgbClr val="227390"/>
      </a:folHlink>
    </a:clrScheme>
    <a:fontScheme name="PortalVTI">
      <a:majorFont>
        <a:latin typeface="Trade Gothic Next Cond"/>
        <a:ea typeface=""/>
        <a:cs typeface=""/>
      </a:majorFont>
      <a:minorFont>
        <a:latin typeface="Trade Gothic Next Light"/>
        <a:ea typeface=""/>
        <a:cs typeface=""/>
      </a:minorFont>
    </a:fontScheme>
    <a:fmtScheme name="Portal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rtalVTI" id="{E3A4BB4D-5227-4A6D-99D3-DBAB0FE4C68F}" vid="{BE515EFD-5A7A-4BFE-BE06-A21DB8499CD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268</TotalTime>
  <Words>3412</Words>
  <Application>Microsoft Office PowerPoint</Application>
  <PresentationFormat>On-screen Show (4:3)</PresentationFormat>
  <Paragraphs>341</Paragraphs>
  <Slides>45</Slides>
  <Notes>0</Notes>
  <HiddenSlides>0</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PortalVTI</vt:lpstr>
      <vt:lpstr>Federated Learning </vt:lpstr>
      <vt:lpstr>What Is Federated Learning?</vt:lpstr>
      <vt:lpstr>Why Federated Learning Emerged</vt:lpstr>
      <vt:lpstr>Key Benefits at a Glance</vt:lpstr>
      <vt:lpstr>How FL Differs from Traditional Distributed ML</vt:lpstr>
      <vt:lpstr>Bridging Data Fragmentation</vt:lpstr>
      <vt:lpstr>Standard Centralized Workflow — Overview</vt:lpstr>
      <vt:lpstr>Standard Centralized Workflow </vt:lpstr>
      <vt:lpstr>Standard Centralized Workflow </vt:lpstr>
      <vt:lpstr>Standard Centralized Workflow </vt:lpstr>
      <vt:lpstr>Decentralized and Peer‑to‑Peer Architectures</vt:lpstr>
      <vt:lpstr>Federated Learning Categories — Overview</vt:lpstr>
      <vt:lpstr>Cross‑Device Federated Learning</vt:lpstr>
      <vt:lpstr>Cross‑Silo Federated Learning</vt:lpstr>
      <vt:lpstr>Horizontal vs Vertical vs Federated Transfer Learning</vt:lpstr>
      <vt:lpstr>Foundational Algorithm: Federated SGD (FedSGD)</vt:lpstr>
      <vt:lpstr>Foundational Algorithm: Federated Averaging (FedAvg)</vt:lpstr>
      <vt:lpstr>Personalized Federated Learning (PFL)</vt:lpstr>
      <vt:lpstr>Clustered Federated Learning (CFL)</vt:lpstr>
      <vt:lpstr>Handling Heterogeneity: FedProx</vt:lpstr>
      <vt:lpstr>Handling Heterogeneity: FedDyn</vt:lpstr>
      <vt:lpstr>Variance Reduction: SCAFFOLD</vt:lpstr>
      <vt:lpstr>Dynamic Aggregation: Inverse Distance Aggregation (IDA)</vt:lpstr>
      <vt:lpstr>Advanced Optimizers and Sub‑FedAvg</vt:lpstr>
      <vt:lpstr>Communication Is the Main Bottleneck</vt:lpstr>
      <vt:lpstr>Reducing Communication: Fewer, Smarter Updates</vt:lpstr>
      <vt:lpstr>Reducing Communication: Quantization</vt:lpstr>
      <vt:lpstr>Reducing Communication: Sparse Updates</vt:lpstr>
      <vt:lpstr>Reducing Communication: Knowledge Distillation</vt:lpstr>
      <vt:lpstr>Asynchrony and Hierarchical Aggregation</vt:lpstr>
      <vt:lpstr>Communication Protocols and Frameworks</vt:lpstr>
      <vt:lpstr>Security Threats in FL</vt:lpstr>
      <vt:lpstr>Differential Privacy (DP)</vt:lpstr>
      <vt:lpstr>Secure Multi‑Party Computation (SMPC)</vt:lpstr>
      <vt:lpstr>Homomorphic Encryption (HE) and Hybrids</vt:lpstr>
      <vt:lpstr>Federated Reinforcement Learning (FRL) — Core Idea</vt:lpstr>
      <vt:lpstr>Mapping FL Concepts to RL</vt:lpstr>
      <vt:lpstr>Horizontal vs Vertical FRL</vt:lpstr>
      <vt:lpstr>Applications — Mobile and Edge</vt:lpstr>
      <vt:lpstr>Applications — Healthcare</vt:lpstr>
      <vt:lpstr>Applications — Finance and Smart Cities/IoT</vt:lpstr>
      <vt:lpstr>Research Trends and Future Directions</vt:lpstr>
      <vt:lpstr>References</vt:lpstr>
      <vt:lpstr>References</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Venkatesh, Prajwal Venkat</cp:lastModifiedBy>
  <cp:revision>6</cp:revision>
  <dcterms:created xsi:type="dcterms:W3CDTF">2013-01-27T09:14:16Z</dcterms:created>
  <dcterms:modified xsi:type="dcterms:W3CDTF">2025-08-25T14:14:35Z</dcterms:modified>
  <cp:category/>
</cp:coreProperties>
</file>